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69" r:id="rId4"/>
    <p:sldId id="276" r:id="rId5"/>
    <p:sldId id="270" r:id="rId6"/>
    <p:sldId id="279" r:id="rId7"/>
    <p:sldId id="257" r:id="rId8"/>
    <p:sldId id="268" r:id="rId9"/>
    <p:sldId id="272" r:id="rId10"/>
    <p:sldId id="273" r:id="rId11"/>
    <p:sldId id="274" r:id="rId12"/>
    <p:sldId id="277" r:id="rId13"/>
    <p:sldId id="271" r:id="rId14"/>
    <p:sldId id="266" r:id="rId15"/>
    <p:sldId id="258" r:id="rId16"/>
    <p:sldId id="259" r:id="rId17"/>
    <p:sldId id="261" r:id="rId18"/>
    <p:sldId id="262" r:id="rId19"/>
    <p:sldId id="263" r:id="rId20"/>
    <p:sldId id="264" r:id="rId21"/>
    <p:sldId id="265" r:id="rId22"/>
    <p:sldId id="280" r:id="rId23"/>
    <p:sldId id="267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528"/>
    <a:srgbClr val="F2F2F2"/>
    <a:srgbClr val="8826C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765BD-FB0D-4669-BA85-861840AE9E0E}" v="17" dt="2026-08-23T20:30:46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ok" userId="2b5ff9b4bc27d924" providerId="LiveId" clId="{98BDB49B-93C9-4AB7-A5FC-395AE49E91C6}"/>
    <pc:docChg chg="undo custSel addSld delSld modSld sldOrd">
      <pc:chgData name="Ryan Mok" userId="2b5ff9b4bc27d924" providerId="LiveId" clId="{98BDB49B-93C9-4AB7-A5FC-395AE49E91C6}" dt="2026-08-24T15:40:39.085" v="959" actId="207"/>
      <pc:docMkLst>
        <pc:docMk/>
      </pc:docMkLst>
      <pc:sldChg chg="modSp mod">
        <pc:chgData name="Ryan Mok" userId="2b5ff9b4bc27d924" providerId="LiveId" clId="{98BDB49B-93C9-4AB7-A5FC-395AE49E91C6}" dt="2026-08-22T17:58:50.380" v="865" actId="207"/>
        <pc:sldMkLst>
          <pc:docMk/>
          <pc:sldMk cId="432137981" sldId="268"/>
        </pc:sldMkLst>
        <pc:spChg chg="mod">
          <ac:chgData name="Ryan Mok" userId="2b5ff9b4bc27d924" providerId="LiveId" clId="{98BDB49B-93C9-4AB7-A5FC-395AE49E91C6}" dt="2026-08-22T17:58:50.380" v="865" actId="207"/>
          <ac:spMkLst>
            <pc:docMk/>
            <pc:sldMk cId="432137981" sldId="268"/>
            <ac:spMk id="63" creationId="{AB498BC1-78CB-E17C-479D-CEC938ED0C5B}"/>
          </ac:spMkLst>
        </pc:spChg>
        <pc:spChg chg="mod">
          <ac:chgData name="Ryan Mok" userId="2b5ff9b4bc27d924" providerId="LiveId" clId="{98BDB49B-93C9-4AB7-A5FC-395AE49E91C6}" dt="2026-08-22T17:58:21.010" v="864" actId="2085"/>
          <ac:spMkLst>
            <pc:docMk/>
            <pc:sldMk cId="432137981" sldId="268"/>
            <ac:spMk id="76" creationId="{2C651EA8-0D32-D0D3-EBEF-6DFD48D21E81}"/>
          </ac:spMkLst>
        </pc:spChg>
      </pc:sldChg>
      <pc:sldChg chg="modSp add mod">
        <pc:chgData name="Ryan Mok" userId="2b5ff9b4bc27d924" providerId="LiveId" clId="{98BDB49B-93C9-4AB7-A5FC-395AE49E91C6}" dt="2026-08-22T17:59:12.751" v="868" actId="207"/>
        <pc:sldMkLst>
          <pc:docMk/>
          <pc:sldMk cId="185635911" sldId="276"/>
        </pc:sldMkLst>
        <pc:spChg chg="mod">
          <ac:chgData name="Ryan Mok" userId="2b5ff9b4bc27d924" providerId="LiveId" clId="{98BDB49B-93C9-4AB7-A5FC-395AE49E91C6}" dt="2026-08-22T17:59:12.751" v="868" actId="207"/>
          <ac:spMkLst>
            <pc:docMk/>
            <pc:sldMk cId="185635911" sldId="276"/>
            <ac:spMk id="5" creationId="{B862B30A-50B6-98B9-C32D-9012E7FEBB70}"/>
          </ac:spMkLst>
        </pc:spChg>
        <pc:spChg chg="mod">
          <ac:chgData name="Ryan Mok" userId="2b5ff9b4bc27d924" providerId="LiveId" clId="{98BDB49B-93C9-4AB7-A5FC-395AE49E91C6}" dt="2026-08-22T17:58:55.070" v="866" actId="207"/>
          <ac:spMkLst>
            <pc:docMk/>
            <pc:sldMk cId="185635911" sldId="276"/>
            <ac:spMk id="6" creationId="{9B7C805A-CAC1-88E9-D863-A49991FB03E4}"/>
          </ac:spMkLst>
        </pc:spChg>
        <pc:spChg chg="mod">
          <ac:chgData name="Ryan Mok" userId="2b5ff9b4bc27d924" providerId="LiveId" clId="{98BDB49B-93C9-4AB7-A5FC-395AE49E91C6}" dt="2026-08-22T17:58:08.013" v="863" actId="207"/>
          <ac:spMkLst>
            <pc:docMk/>
            <pc:sldMk cId="185635911" sldId="276"/>
            <ac:spMk id="7" creationId="{240E9C83-3C5A-D9B2-C8C4-92FF12359939}"/>
          </ac:spMkLst>
        </pc:spChg>
        <pc:spChg chg="mod">
          <ac:chgData name="Ryan Mok" userId="2b5ff9b4bc27d924" providerId="LiveId" clId="{98BDB49B-93C9-4AB7-A5FC-395AE49E91C6}" dt="2026-08-22T17:58:57.270" v="867" actId="207"/>
          <ac:spMkLst>
            <pc:docMk/>
            <pc:sldMk cId="185635911" sldId="276"/>
            <ac:spMk id="8" creationId="{134EFC50-31CE-1C82-7BC7-02190F0FDD1B}"/>
          </ac:spMkLst>
        </pc:spChg>
      </pc:sldChg>
      <pc:sldChg chg="delSp modSp add mod">
        <pc:chgData name="Ryan Mok" userId="2b5ff9b4bc27d924" providerId="LiveId" clId="{98BDB49B-93C9-4AB7-A5FC-395AE49E91C6}" dt="2026-08-23T15:01:46.252" v="871" actId="1076"/>
        <pc:sldMkLst>
          <pc:docMk/>
          <pc:sldMk cId="57656515" sldId="277"/>
        </pc:sldMkLst>
        <pc:grpChg chg="del">
          <ac:chgData name="Ryan Mok" userId="2b5ff9b4bc27d924" providerId="LiveId" clId="{98BDB49B-93C9-4AB7-A5FC-395AE49E91C6}" dt="2026-08-23T15:01:41.591" v="870" actId="478"/>
          <ac:grpSpMkLst>
            <pc:docMk/>
            <pc:sldMk cId="57656515" sldId="277"/>
            <ac:grpSpMk id="6" creationId="{9B3E72B8-4E61-F6B7-6944-AD5941DD2083}"/>
          </ac:grpSpMkLst>
        </pc:grpChg>
        <pc:grpChg chg="mod">
          <ac:chgData name="Ryan Mok" userId="2b5ff9b4bc27d924" providerId="LiveId" clId="{98BDB49B-93C9-4AB7-A5FC-395AE49E91C6}" dt="2026-08-23T15:01:46.252" v="871" actId="1076"/>
          <ac:grpSpMkLst>
            <pc:docMk/>
            <pc:sldMk cId="57656515" sldId="277"/>
            <ac:grpSpMk id="126" creationId="{79127832-D152-8392-3B98-28A5AAAD3ABB}"/>
          </ac:grpSpMkLst>
        </pc:grpChg>
      </pc:sldChg>
      <pc:sldChg chg="addSp delSp modSp add del mod">
        <pc:chgData name="Ryan Mok" userId="2b5ff9b4bc27d924" providerId="LiveId" clId="{98BDB49B-93C9-4AB7-A5FC-395AE49E91C6}" dt="2026-08-23T20:25:23.004" v="916" actId="47"/>
        <pc:sldMkLst>
          <pc:docMk/>
          <pc:sldMk cId="3216851237" sldId="278"/>
        </pc:sldMkLst>
        <pc:spChg chg="mod topLvl">
          <ac:chgData name="Ryan Mok" userId="2b5ff9b4bc27d924" providerId="LiveId" clId="{98BDB49B-93C9-4AB7-A5FC-395AE49E91C6}" dt="2026-08-23T20:24:37.137" v="875" actId="165"/>
          <ac:spMkLst>
            <pc:docMk/>
            <pc:sldMk cId="3216851237" sldId="278"/>
            <ac:spMk id="60" creationId="{7636B899-C65D-E969-F014-5806FD837629}"/>
          </ac:spMkLst>
        </pc:spChg>
        <pc:spChg chg="mod topLvl">
          <ac:chgData name="Ryan Mok" userId="2b5ff9b4bc27d924" providerId="LiveId" clId="{98BDB49B-93C9-4AB7-A5FC-395AE49E91C6}" dt="2026-08-23T20:24:37.137" v="875" actId="165"/>
          <ac:spMkLst>
            <pc:docMk/>
            <pc:sldMk cId="3216851237" sldId="278"/>
            <ac:spMk id="62" creationId="{13230EEA-EAAB-1A03-FAB2-F85F2988040F}"/>
          </ac:spMkLst>
        </pc:spChg>
        <pc:spChg chg="mod topLvl">
          <ac:chgData name="Ryan Mok" userId="2b5ff9b4bc27d924" providerId="LiveId" clId="{98BDB49B-93C9-4AB7-A5FC-395AE49E91C6}" dt="2026-08-23T20:24:37.137" v="875" actId="165"/>
          <ac:spMkLst>
            <pc:docMk/>
            <pc:sldMk cId="3216851237" sldId="278"/>
            <ac:spMk id="63" creationId="{0EE96149-7699-22EF-438A-840D3943148C}"/>
          </ac:spMkLst>
        </pc:spChg>
        <pc:spChg chg="del">
          <ac:chgData name="Ryan Mok" userId="2b5ff9b4bc27d924" providerId="LiveId" clId="{98BDB49B-93C9-4AB7-A5FC-395AE49E91C6}" dt="2026-08-23T20:24:51.653" v="879" actId="478"/>
          <ac:spMkLst>
            <pc:docMk/>
            <pc:sldMk cId="3216851237" sldId="278"/>
            <ac:spMk id="67" creationId="{14030478-9F0B-EE15-62DE-A525707EB234}"/>
          </ac:spMkLst>
        </pc:spChg>
        <pc:spChg chg="del mod topLvl">
          <ac:chgData name="Ryan Mok" userId="2b5ff9b4bc27d924" providerId="LiveId" clId="{98BDB49B-93C9-4AB7-A5FC-395AE49E91C6}" dt="2026-08-23T20:24:41.854" v="876" actId="478"/>
          <ac:spMkLst>
            <pc:docMk/>
            <pc:sldMk cId="3216851237" sldId="278"/>
            <ac:spMk id="68" creationId="{039519BC-7E9B-239C-B2DD-E2508C15A493}"/>
          </ac:spMkLst>
        </pc:spChg>
        <pc:spChg chg="del mod topLvl">
          <ac:chgData name="Ryan Mok" userId="2b5ff9b4bc27d924" providerId="LiveId" clId="{98BDB49B-93C9-4AB7-A5FC-395AE49E91C6}" dt="2026-08-23T20:24:56.208" v="881" actId="478"/>
          <ac:spMkLst>
            <pc:docMk/>
            <pc:sldMk cId="3216851237" sldId="278"/>
            <ac:spMk id="69" creationId="{25937BE6-AF00-BE4F-F425-6F40D7E5EA0B}"/>
          </ac:spMkLst>
        </pc:spChg>
        <pc:spChg chg="add del mod topLvl">
          <ac:chgData name="Ryan Mok" userId="2b5ff9b4bc27d924" providerId="LiveId" clId="{98BDB49B-93C9-4AB7-A5FC-395AE49E91C6}" dt="2026-08-23T20:25:21.228" v="915" actId="478"/>
          <ac:spMkLst>
            <pc:docMk/>
            <pc:sldMk cId="3216851237" sldId="278"/>
            <ac:spMk id="70" creationId="{85E1152C-CA9B-FDE2-7D41-64E73B042FAB}"/>
          </ac:spMkLst>
        </pc:spChg>
        <pc:spChg chg="del mod topLvl">
          <ac:chgData name="Ryan Mok" userId="2b5ff9b4bc27d924" providerId="LiveId" clId="{98BDB49B-93C9-4AB7-A5FC-395AE49E91C6}" dt="2026-08-23T20:24:53.949" v="880" actId="478"/>
          <ac:spMkLst>
            <pc:docMk/>
            <pc:sldMk cId="3216851237" sldId="278"/>
            <ac:spMk id="71" creationId="{24D9DE09-2345-FC84-7924-FDA8EEC8C543}"/>
          </ac:spMkLst>
        </pc:spChg>
        <pc:spChg chg="del">
          <ac:chgData name="Ryan Mok" userId="2b5ff9b4bc27d924" providerId="LiveId" clId="{98BDB49B-93C9-4AB7-A5FC-395AE49E91C6}" dt="2026-08-23T20:24:48.115" v="878" actId="478"/>
          <ac:spMkLst>
            <pc:docMk/>
            <pc:sldMk cId="3216851237" sldId="278"/>
            <ac:spMk id="72" creationId="{C9F90EBC-C494-E31B-30B3-F32DCE906243}"/>
          </ac:spMkLst>
        </pc:spChg>
        <pc:spChg chg="del mod topLvl">
          <ac:chgData name="Ryan Mok" userId="2b5ff9b4bc27d924" providerId="LiveId" clId="{98BDB49B-93C9-4AB7-A5FC-395AE49E91C6}" dt="2026-08-23T20:24:45.318" v="877" actId="478"/>
          <ac:spMkLst>
            <pc:docMk/>
            <pc:sldMk cId="3216851237" sldId="278"/>
            <ac:spMk id="73" creationId="{7E6AF5C5-0021-64C4-4C2E-FD2BFEBF1151}"/>
          </ac:spMkLst>
        </pc:spChg>
        <pc:spChg chg="mod topLvl">
          <ac:chgData name="Ryan Mok" userId="2b5ff9b4bc27d924" providerId="LiveId" clId="{98BDB49B-93C9-4AB7-A5FC-395AE49E91C6}" dt="2026-08-23T20:24:37.137" v="875" actId="165"/>
          <ac:spMkLst>
            <pc:docMk/>
            <pc:sldMk cId="3216851237" sldId="278"/>
            <ac:spMk id="76" creationId="{15EF38F5-5A0A-1EED-0970-8138353D2645}"/>
          </ac:spMkLst>
        </pc:spChg>
        <pc:spChg chg="mod topLvl">
          <ac:chgData name="Ryan Mok" userId="2b5ff9b4bc27d924" providerId="LiveId" clId="{98BDB49B-93C9-4AB7-A5FC-395AE49E91C6}" dt="2026-08-23T20:24:37.137" v="875" actId="165"/>
          <ac:spMkLst>
            <pc:docMk/>
            <pc:sldMk cId="3216851237" sldId="278"/>
            <ac:spMk id="116" creationId="{9332F7F2-D44A-6621-52BE-251B7397C415}"/>
          </ac:spMkLst>
        </pc:spChg>
        <pc:grpChg chg="mod">
          <ac:chgData name="Ryan Mok" userId="2b5ff9b4bc27d924" providerId="LiveId" clId="{98BDB49B-93C9-4AB7-A5FC-395AE49E91C6}" dt="2026-08-23T20:24:32.272" v="874" actId="1076"/>
          <ac:grpSpMkLst>
            <pc:docMk/>
            <pc:sldMk cId="3216851237" sldId="278"/>
            <ac:grpSpMk id="6" creationId="{E6059528-11F2-7AA7-AC87-1EA6CE569649}"/>
          </ac:grpSpMkLst>
        </pc:grpChg>
        <pc:grpChg chg="del">
          <ac:chgData name="Ryan Mok" userId="2b5ff9b4bc27d924" providerId="LiveId" clId="{98BDB49B-93C9-4AB7-A5FC-395AE49E91C6}" dt="2026-08-23T20:24:27.119" v="873" actId="478"/>
          <ac:grpSpMkLst>
            <pc:docMk/>
            <pc:sldMk cId="3216851237" sldId="278"/>
            <ac:grpSpMk id="126" creationId="{D7524023-028A-8C9F-FBF6-3B51F91B8F4A}"/>
          </ac:grpSpMkLst>
        </pc:grpChg>
        <pc:cxnChg chg="add mod">
          <ac:chgData name="Ryan Mok" userId="2b5ff9b4bc27d924" providerId="LiveId" clId="{98BDB49B-93C9-4AB7-A5FC-395AE49E91C6}" dt="2026-08-23T20:25:20.515" v="914" actId="1036"/>
          <ac:cxnSpMkLst>
            <pc:docMk/>
            <pc:sldMk cId="3216851237" sldId="278"/>
            <ac:cxnSpMk id="2" creationId="{9E53F8C3-0FF2-78DC-0C4D-632328B1973B}"/>
          </ac:cxnSpMkLst>
        </pc:cxnChg>
        <pc:cxnChg chg="mod">
          <ac:chgData name="Ryan Mok" userId="2b5ff9b4bc27d924" providerId="LiveId" clId="{98BDB49B-93C9-4AB7-A5FC-395AE49E91C6}" dt="2026-08-23T20:24:27.119" v="873" actId="478"/>
          <ac:cxnSpMkLst>
            <pc:docMk/>
            <pc:sldMk cId="3216851237" sldId="278"/>
            <ac:cxnSpMk id="17" creationId="{2186E881-FF45-A0D0-47EF-0BA801E594C4}"/>
          </ac:cxnSpMkLst>
        </pc:cxnChg>
        <pc:cxnChg chg="mod">
          <ac:chgData name="Ryan Mok" userId="2b5ff9b4bc27d924" providerId="LiveId" clId="{98BDB49B-93C9-4AB7-A5FC-395AE49E91C6}" dt="2026-08-23T20:24:27.119" v="873" actId="478"/>
          <ac:cxnSpMkLst>
            <pc:docMk/>
            <pc:sldMk cId="3216851237" sldId="278"/>
            <ac:cxnSpMk id="18" creationId="{58C55474-99D1-5FFE-14C5-4560E47BD9D8}"/>
          </ac:cxnSpMkLst>
        </pc:cxnChg>
        <pc:cxnChg chg="mod">
          <ac:chgData name="Ryan Mok" userId="2b5ff9b4bc27d924" providerId="LiveId" clId="{98BDB49B-93C9-4AB7-A5FC-395AE49E91C6}" dt="2026-08-23T20:24:27.119" v="873" actId="478"/>
          <ac:cxnSpMkLst>
            <pc:docMk/>
            <pc:sldMk cId="3216851237" sldId="278"/>
            <ac:cxnSpMk id="19" creationId="{9F2B7CCF-BC2E-A9CA-BE4A-3388A43227B3}"/>
          </ac:cxnSpMkLst>
        </pc:cxnChg>
        <pc:cxnChg chg="mod">
          <ac:chgData name="Ryan Mok" userId="2b5ff9b4bc27d924" providerId="LiveId" clId="{98BDB49B-93C9-4AB7-A5FC-395AE49E91C6}" dt="2026-08-23T20:24:27.119" v="873" actId="478"/>
          <ac:cxnSpMkLst>
            <pc:docMk/>
            <pc:sldMk cId="3216851237" sldId="278"/>
            <ac:cxnSpMk id="89" creationId="{E12DEBB7-2287-BC01-19F5-461ED0A36D08}"/>
          </ac:cxnSpMkLst>
        </pc:cxnChg>
      </pc:sldChg>
      <pc:sldChg chg="addSp delSp modSp add mod">
        <pc:chgData name="Ryan Mok" userId="2b5ff9b4bc27d924" providerId="LiveId" clId="{98BDB49B-93C9-4AB7-A5FC-395AE49E91C6}" dt="2026-08-23T20:31:01.305" v="949" actId="478"/>
        <pc:sldMkLst>
          <pc:docMk/>
          <pc:sldMk cId="3374356204" sldId="278"/>
        </pc:sldMkLst>
        <pc:spChg chg="add del mod">
          <ac:chgData name="Ryan Mok" userId="2b5ff9b4bc27d924" providerId="LiveId" clId="{98BDB49B-93C9-4AB7-A5FC-395AE49E91C6}" dt="2026-08-23T20:30:33.959" v="924"/>
          <ac:spMkLst>
            <pc:docMk/>
            <pc:sldMk cId="3374356204" sldId="278"/>
            <ac:spMk id="2" creationId="{F1E50CCE-75C6-34D0-E2AC-0F0491578A14}"/>
          </ac:spMkLst>
        </pc:spChg>
        <pc:spChg chg="add del mod">
          <ac:chgData name="Ryan Mok" userId="2b5ff9b4bc27d924" providerId="LiveId" clId="{98BDB49B-93C9-4AB7-A5FC-395AE49E91C6}" dt="2026-08-23T20:30:35.027" v="927"/>
          <ac:spMkLst>
            <pc:docMk/>
            <pc:sldMk cId="3374356204" sldId="278"/>
            <ac:spMk id="3" creationId="{F918C06A-D759-01E9-F7C2-C3BAC48EB263}"/>
          </ac:spMkLst>
        </pc:spChg>
        <pc:spChg chg="mod">
          <ac:chgData name="Ryan Mok" userId="2b5ff9b4bc27d924" providerId="LiveId" clId="{98BDB49B-93C9-4AB7-A5FC-395AE49E91C6}" dt="2026-08-23T20:30:39.531" v="928" actId="207"/>
          <ac:spMkLst>
            <pc:docMk/>
            <pc:sldMk cId="3374356204" sldId="278"/>
            <ac:spMk id="5" creationId="{4326AA2C-D3DD-75A0-F6C4-DB6B14A2AD9C}"/>
          </ac:spMkLst>
        </pc:spChg>
        <pc:spChg chg="mod">
          <ac:chgData name="Ryan Mok" userId="2b5ff9b4bc27d924" providerId="LiveId" clId="{98BDB49B-93C9-4AB7-A5FC-395AE49E91C6}" dt="2026-08-23T20:30:30.227" v="920" actId="207"/>
          <ac:spMkLst>
            <pc:docMk/>
            <pc:sldMk cId="3374356204" sldId="278"/>
            <ac:spMk id="6" creationId="{4A023174-05F0-C806-E1BD-60C6A1E283BE}"/>
          </ac:spMkLst>
        </pc:spChg>
        <pc:spChg chg="mod">
          <ac:chgData name="Ryan Mok" userId="2b5ff9b4bc27d924" providerId="LiveId" clId="{98BDB49B-93C9-4AB7-A5FC-395AE49E91C6}" dt="2026-08-23T20:30:21.131" v="918" actId="207"/>
          <ac:spMkLst>
            <pc:docMk/>
            <pc:sldMk cId="3374356204" sldId="278"/>
            <ac:spMk id="7" creationId="{885EA4CF-7D33-9964-F3DD-D048F981D21C}"/>
          </ac:spMkLst>
        </pc:spChg>
        <pc:spChg chg="mod">
          <ac:chgData name="Ryan Mok" userId="2b5ff9b4bc27d924" providerId="LiveId" clId="{98BDB49B-93C9-4AB7-A5FC-395AE49E91C6}" dt="2026-08-23T20:30:32.072" v="921" actId="207"/>
          <ac:spMkLst>
            <pc:docMk/>
            <pc:sldMk cId="3374356204" sldId="278"/>
            <ac:spMk id="8" creationId="{D406C821-847F-315D-AE24-B97F96EB433C}"/>
          </ac:spMkLst>
        </pc:spChg>
        <pc:spChg chg="del mod">
          <ac:chgData name="Ryan Mok" userId="2b5ff9b4bc27d924" providerId="LiveId" clId="{98BDB49B-93C9-4AB7-A5FC-395AE49E91C6}" dt="2026-08-23T20:30:49.689" v="943" actId="478"/>
          <ac:spMkLst>
            <pc:docMk/>
            <pc:sldMk cId="3374356204" sldId="278"/>
            <ac:spMk id="12" creationId="{C731E046-D62C-5829-52AB-2FE83B72015F}"/>
          </ac:spMkLst>
        </pc:spChg>
        <pc:spChg chg="del">
          <ac:chgData name="Ryan Mok" userId="2b5ff9b4bc27d924" providerId="LiveId" clId="{98BDB49B-93C9-4AB7-A5FC-395AE49E91C6}" dt="2026-08-23T20:30:54.987" v="946" actId="478"/>
          <ac:spMkLst>
            <pc:docMk/>
            <pc:sldMk cId="3374356204" sldId="278"/>
            <ac:spMk id="13" creationId="{72D196A1-C4B6-ED2C-0104-2FD7D9336575}"/>
          </ac:spMkLst>
        </pc:spChg>
        <pc:spChg chg="del">
          <ac:chgData name="Ryan Mok" userId="2b5ff9b4bc27d924" providerId="LiveId" clId="{98BDB49B-93C9-4AB7-A5FC-395AE49E91C6}" dt="2026-08-23T20:30:42.880" v="929" actId="478"/>
          <ac:spMkLst>
            <pc:docMk/>
            <pc:sldMk cId="3374356204" sldId="278"/>
            <ac:spMk id="14" creationId="{F18C7657-65B2-EA63-6A64-FBF3965D41DF}"/>
          </ac:spMkLst>
        </pc:spChg>
        <pc:spChg chg="mod">
          <ac:chgData name="Ryan Mok" userId="2b5ff9b4bc27d924" providerId="LiveId" clId="{98BDB49B-93C9-4AB7-A5FC-395AE49E91C6}" dt="2026-08-23T20:30:46.982" v="941" actId="20577"/>
          <ac:spMkLst>
            <pc:docMk/>
            <pc:sldMk cId="3374356204" sldId="278"/>
            <ac:spMk id="16" creationId="{E6E4A2EA-E3CC-D715-69CA-E4A3BA29AFF0}"/>
          </ac:spMkLst>
        </pc:spChg>
        <pc:spChg chg="del">
          <ac:chgData name="Ryan Mok" userId="2b5ff9b4bc27d924" providerId="LiveId" clId="{98BDB49B-93C9-4AB7-A5FC-395AE49E91C6}" dt="2026-08-23T20:30:52.955" v="945" actId="478"/>
          <ac:spMkLst>
            <pc:docMk/>
            <pc:sldMk cId="3374356204" sldId="278"/>
            <ac:spMk id="17" creationId="{F895A60C-3377-C668-31E0-165B59EF85E8}"/>
          </ac:spMkLst>
        </pc:spChg>
        <pc:spChg chg="del">
          <ac:chgData name="Ryan Mok" userId="2b5ff9b4bc27d924" providerId="LiveId" clId="{98BDB49B-93C9-4AB7-A5FC-395AE49E91C6}" dt="2026-08-23T20:30:51.538" v="944" actId="478"/>
          <ac:spMkLst>
            <pc:docMk/>
            <pc:sldMk cId="3374356204" sldId="278"/>
            <ac:spMk id="18" creationId="{DC579144-5621-EB41-1116-8F54D2871DF5}"/>
          </ac:spMkLst>
        </pc:spChg>
        <pc:spChg chg="del">
          <ac:chgData name="Ryan Mok" userId="2b5ff9b4bc27d924" providerId="LiveId" clId="{98BDB49B-93C9-4AB7-A5FC-395AE49E91C6}" dt="2026-08-23T20:30:57.679" v="947" actId="478"/>
          <ac:spMkLst>
            <pc:docMk/>
            <pc:sldMk cId="3374356204" sldId="278"/>
            <ac:spMk id="20" creationId="{B5ED75D8-DF01-65D7-143C-8FC3F2BF8D47}"/>
          </ac:spMkLst>
        </pc:spChg>
        <pc:spChg chg="del">
          <ac:chgData name="Ryan Mok" userId="2b5ff9b4bc27d924" providerId="LiveId" clId="{98BDB49B-93C9-4AB7-A5FC-395AE49E91C6}" dt="2026-08-23T20:30:59.328" v="948" actId="478"/>
          <ac:spMkLst>
            <pc:docMk/>
            <pc:sldMk cId="3374356204" sldId="278"/>
            <ac:spMk id="21" creationId="{4FB2E223-1CBC-CF50-0DAC-F5007759E04F}"/>
          </ac:spMkLst>
        </pc:spChg>
        <pc:cxnChg chg="del mod">
          <ac:chgData name="Ryan Mok" userId="2b5ff9b4bc27d924" providerId="LiveId" clId="{98BDB49B-93C9-4AB7-A5FC-395AE49E91C6}" dt="2026-08-23T20:31:01.305" v="949" actId="478"/>
          <ac:cxnSpMkLst>
            <pc:docMk/>
            <pc:sldMk cId="3374356204" sldId="278"/>
            <ac:cxnSpMk id="19" creationId="{4948D2D9-5C93-698B-23FB-341F4EF299BD}"/>
          </ac:cxnSpMkLst>
        </pc:cxnChg>
      </pc:sldChg>
      <pc:sldChg chg="modSp add mod">
        <pc:chgData name="Ryan Mok" userId="2b5ff9b4bc27d924" providerId="LiveId" clId="{98BDB49B-93C9-4AB7-A5FC-395AE49E91C6}" dt="2026-08-24T15:38:53.719" v="954" actId="207"/>
        <pc:sldMkLst>
          <pc:docMk/>
          <pc:sldMk cId="3133051733" sldId="279"/>
        </pc:sldMkLst>
        <pc:spChg chg="mod">
          <ac:chgData name="Ryan Mok" userId="2b5ff9b4bc27d924" providerId="LiveId" clId="{98BDB49B-93C9-4AB7-A5FC-395AE49E91C6}" dt="2026-08-24T15:38:45.169" v="951" actId="207"/>
          <ac:spMkLst>
            <pc:docMk/>
            <pc:sldMk cId="3133051733" sldId="279"/>
            <ac:spMk id="5" creationId="{220DB223-CF12-D1C9-86DE-BB7126FF3A17}"/>
          </ac:spMkLst>
        </pc:spChg>
        <pc:spChg chg="mod">
          <ac:chgData name="Ryan Mok" userId="2b5ff9b4bc27d924" providerId="LiveId" clId="{98BDB49B-93C9-4AB7-A5FC-395AE49E91C6}" dt="2026-08-24T15:38:48.202" v="952" actId="207"/>
          <ac:spMkLst>
            <pc:docMk/>
            <pc:sldMk cId="3133051733" sldId="279"/>
            <ac:spMk id="6" creationId="{6D09A5C6-D0AC-3879-624E-2772E26D311A}"/>
          </ac:spMkLst>
        </pc:spChg>
        <pc:spChg chg="mod">
          <ac:chgData name="Ryan Mok" userId="2b5ff9b4bc27d924" providerId="LiveId" clId="{98BDB49B-93C9-4AB7-A5FC-395AE49E91C6}" dt="2026-08-24T15:38:53.719" v="954" actId="207"/>
          <ac:spMkLst>
            <pc:docMk/>
            <pc:sldMk cId="3133051733" sldId="279"/>
            <ac:spMk id="7" creationId="{C36E7A05-0D56-34AB-B561-55267B3E4D56}"/>
          </ac:spMkLst>
        </pc:spChg>
        <pc:spChg chg="mod">
          <ac:chgData name="Ryan Mok" userId="2b5ff9b4bc27d924" providerId="LiveId" clId="{98BDB49B-93C9-4AB7-A5FC-395AE49E91C6}" dt="2026-08-24T15:38:50.388" v="953" actId="207"/>
          <ac:spMkLst>
            <pc:docMk/>
            <pc:sldMk cId="3133051733" sldId="279"/>
            <ac:spMk id="8" creationId="{385DCE25-648B-3CAE-AC21-056A8CA4E611}"/>
          </ac:spMkLst>
        </pc:spChg>
      </pc:sldChg>
      <pc:sldChg chg="modSp add mod">
        <pc:chgData name="Ryan Mok" userId="2b5ff9b4bc27d924" providerId="LiveId" clId="{98BDB49B-93C9-4AB7-A5FC-395AE49E91C6}" dt="2026-08-24T15:40:39.085" v="959" actId="207"/>
        <pc:sldMkLst>
          <pc:docMk/>
          <pc:sldMk cId="3898176698" sldId="280"/>
        </pc:sldMkLst>
        <pc:spChg chg="mod">
          <ac:chgData name="Ryan Mok" userId="2b5ff9b4bc27d924" providerId="LiveId" clId="{98BDB49B-93C9-4AB7-A5FC-395AE49E91C6}" dt="2026-08-24T15:40:33.054" v="957" actId="207"/>
          <ac:spMkLst>
            <pc:docMk/>
            <pc:sldMk cId="3898176698" sldId="280"/>
            <ac:spMk id="3" creationId="{A468AA03-212B-075E-D55D-E561B17DCF67}"/>
          </ac:spMkLst>
        </pc:spChg>
        <pc:spChg chg="mod">
          <ac:chgData name="Ryan Mok" userId="2b5ff9b4bc27d924" providerId="LiveId" clId="{98BDB49B-93C9-4AB7-A5FC-395AE49E91C6}" dt="2026-08-24T15:40:36.487" v="958" actId="207"/>
          <ac:spMkLst>
            <pc:docMk/>
            <pc:sldMk cId="3898176698" sldId="280"/>
            <ac:spMk id="4" creationId="{4CF0C44B-2B4E-0DAD-52AF-973CA1EC6FCF}"/>
          </ac:spMkLst>
        </pc:spChg>
        <pc:spChg chg="mod">
          <ac:chgData name="Ryan Mok" userId="2b5ff9b4bc27d924" providerId="LiveId" clId="{98BDB49B-93C9-4AB7-A5FC-395AE49E91C6}" dt="2026-08-24T15:40:29.909" v="956" actId="207"/>
          <ac:spMkLst>
            <pc:docMk/>
            <pc:sldMk cId="3898176698" sldId="280"/>
            <ac:spMk id="5" creationId="{4A7C9846-DC50-FFD2-CADF-564DFF25EC71}"/>
          </ac:spMkLst>
        </pc:spChg>
        <pc:spChg chg="mod">
          <ac:chgData name="Ryan Mok" userId="2b5ff9b4bc27d924" providerId="LiveId" clId="{98BDB49B-93C9-4AB7-A5FC-395AE49E91C6}" dt="2026-08-24T15:40:39.085" v="959" actId="207"/>
          <ac:spMkLst>
            <pc:docMk/>
            <pc:sldMk cId="3898176698" sldId="280"/>
            <ac:spMk id="6" creationId="{E1F4009B-69D7-C57C-D9B2-1E7C66F287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D2E0-B1D2-5AC1-A4FA-E8B171B6C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A8DB7-BB6D-E098-9E3B-9A7A5A8E9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D178C-47C9-D6E1-ABB5-BBD64D70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3064E-7397-B158-10E8-E616CE86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2299B-54D3-FF6B-A5D7-8DA4C74C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4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E640-187E-C435-3585-28A8C579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AAFF-D9AA-A5B1-F2C5-CCD49A2B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67693-DB9C-FECF-11EF-5EBACF5E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9808A-AB9E-6081-EB67-FF05EBB3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FD0FC-2AE5-C555-5382-53D4BD97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0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4CA7-5D16-7588-439F-5E73AB26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ACA74-B071-BCF7-2F80-131AD9150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22420-F588-3084-2D59-224FD538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EC868-0A1E-76E4-E494-4018C328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9DF3A-B2DB-0DC3-50DA-07045B24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2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F691-15D1-7BCE-EF01-94F4EA86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DB4-61FE-E97B-96B8-95FAA6249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6DAF2-1217-152D-522B-56F62477E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7C899-31BE-4A04-3E15-85805200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CDD8-25C9-1F7A-82E0-080288AD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DD448-56E6-CC60-8F94-17A28327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8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F565-EA3E-F7E7-29C4-07C7064D9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50C34-BA48-42D2-606E-7E4F8C35E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4FFBC-F5D1-B6CD-FDDE-0B556C26A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BB8BE-D2CC-36C0-A674-7C971B9AB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C2393-2A02-2AAA-FF07-0F60D818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89EEF-8D13-86BB-6D11-7A0C4E51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DF883-48CE-EAC7-36E6-82248A36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F19F7-5E15-C9C6-508E-53BE65F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05C-F064-09DA-CCCA-16D103AD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553B4-0117-7029-B73A-0CC20C64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2CC59-DD52-1974-565E-67A92BD5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408E3-B4C5-76F5-B88A-4D462470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9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D0C49-B947-4333-86F4-977DD18F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CA281-0905-DCDD-8C0D-D7C2FBB8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B0B7D-448F-0D23-E65D-C288ED22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2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DA81-74D6-361B-2536-F87C57C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939A-3B82-0192-DDCA-430BA1051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BC256-AC30-113F-5A9A-EE863796F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BAC8-4E09-386D-D6F5-FB2A423A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14467-C7BE-890C-B189-C8A0919A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ECDB-9057-CD1A-7C01-22268FC8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6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4A83-79BA-9CA6-FE20-E5066E01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E3907-278F-A507-B79C-EAA972D49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A1CB1-5D7E-3172-87C5-98C52447A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7082-F478-6631-EF78-2B7607AA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F4481-7DC0-FD7A-E45F-EDAB11D3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45053-9B3E-5900-346D-102DD5E6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2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9472-C0AB-B946-3FCA-50ED2FE7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D62A5-CCC7-4A12-1D4D-9B85245BF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BD047-60A3-02AE-EE91-E3927592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EC6E5-37B7-7C42-7570-9C1716D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4337-FBF1-8B05-AF72-946F1CAF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5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74E5B-6F76-538F-4493-6D28105A2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DE6FB-4AC9-ED72-2E85-DF6443DCD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21A89-024A-D5F7-63A6-C999FE86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6F12-0183-18E0-58EA-DB915385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59F51-16D3-CA52-D878-EC6DDA1F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8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16DCF-9C2C-A36A-89DA-9CA209A0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B4CD3-3330-9340-104F-70E0847DA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B8BB1-0ED5-3219-AB4E-A0652818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4CA68-1E24-4B4A-B799-9C3DECDBF4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862A0-4D9F-854E-011F-D9AC64E53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8DB94-965E-37C8-1ADD-4E3EA65EF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01CA8-7C02-47E7-A4D0-B57DB9E7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2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5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50.png"/><Relationship Id="rId5" Type="http://schemas.openxmlformats.org/officeDocument/2006/relationships/image" Target="../media/image34.png"/><Relationship Id="rId10" Type="http://schemas.openxmlformats.org/officeDocument/2006/relationships/image" Target="../media/image49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420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12" Type="http://schemas.openxmlformats.org/officeDocument/2006/relationships/image" Target="../media/image41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11" Type="http://schemas.openxmlformats.org/officeDocument/2006/relationships/image" Target="../media/image400.png"/><Relationship Id="rId5" Type="http://schemas.openxmlformats.org/officeDocument/2006/relationships/image" Target="../media/image340.png"/><Relationship Id="rId10" Type="http://schemas.openxmlformats.org/officeDocument/2006/relationships/image" Target="../media/image390.png"/><Relationship Id="rId4" Type="http://schemas.openxmlformats.org/officeDocument/2006/relationships/image" Target="../media/image330.png"/><Relationship Id="rId9" Type="http://schemas.openxmlformats.org/officeDocument/2006/relationships/image" Target="../media/image38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22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68.png"/><Relationship Id="rId7" Type="http://schemas.openxmlformats.org/officeDocument/2006/relationships/image" Target="../media/image2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B396D8F-0779-022E-990E-F2757AEA818E}"/>
              </a:ext>
            </a:extLst>
          </p:cNvPr>
          <p:cNvGrpSpPr>
            <a:grpSpLocks noChangeAspect="1"/>
          </p:cNvGrpSpPr>
          <p:nvPr/>
        </p:nvGrpSpPr>
        <p:grpSpPr>
          <a:xfrm>
            <a:off x="1762931" y="806780"/>
            <a:ext cx="7623458" cy="4322812"/>
            <a:chOff x="286274" y="1053326"/>
            <a:chExt cx="3779880" cy="21433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AEBF167-934A-AA9C-CB40-12EC20FB4A11}"/>
                </a:ext>
              </a:extLst>
            </p:cNvPr>
            <p:cNvSpPr/>
            <p:nvPr/>
          </p:nvSpPr>
          <p:spPr>
            <a:xfrm>
              <a:off x="535574" y="2525444"/>
              <a:ext cx="433421" cy="4612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7F797A-81F5-2190-BDD3-AFFDBF2FB8C8}"/>
                </a:ext>
              </a:extLst>
            </p:cNvPr>
            <p:cNvSpPr/>
            <p:nvPr/>
          </p:nvSpPr>
          <p:spPr>
            <a:xfrm>
              <a:off x="968995" y="1330322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706576-10FB-C8E1-8566-FEEEB650CD21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A835F29-9C71-8279-E966-65DAB684F6D0}"/>
                </a:ext>
              </a:extLst>
            </p:cNvPr>
            <p:cNvSpPr/>
            <p:nvPr/>
          </p:nvSpPr>
          <p:spPr>
            <a:xfrm>
              <a:off x="3297667" y="2735450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B4E76A-8B3D-8FFA-2DC6-FED23A31CABB}"/>
                </a:ext>
              </a:extLst>
            </p:cNvPr>
            <p:cNvCxnSpPr>
              <a:cxnSpLocks/>
              <a:stCxn id="5" idx="0"/>
              <a:endCxn id="6" idx="3"/>
            </p:cNvCxnSpPr>
            <p:nvPr/>
          </p:nvCxnSpPr>
          <p:spPr>
            <a:xfrm flipV="1">
              <a:off x="752285" y="1724000"/>
              <a:ext cx="280183" cy="8014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2EFFA1-D9EB-E998-B465-91961A67D73A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402416" y="1560933"/>
              <a:ext cx="136380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E598E7-0145-C999-1BEE-E9DA5F7D5D7F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378207" cy="10114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3299387F-AC6C-608E-C210-2A56FE4C0A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05827" y="2148193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3299387F-AC6C-608E-C210-2A56FE4C0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827" y="2148193"/>
                  <a:ext cx="925261" cy="4543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Subtitle 2">
                  <a:extLst>
                    <a:ext uri="{FF2B5EF4-FFF2-40B4-BE49-F238E27FC236}">
                      <a16:creationId xmlns:a16="http://schemas.microsoft.com/office/drawing/2014/main" id="{87D1B4FD-0F68-072B-0B07-8A77A903C6E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14433" y="1235636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" name="Subtitle 2">
                  <a:extLst>
                    <a:ext uri="{FF2B5EF4-FFF2-40B4-BE49-F238E27FC236}">
                      <a16:creationId xmlns:a16="http://schemas.microsoft.com/office/drawing/2014/main" id="{87D1B4FD-0F68-072B-0B07-8A77A903C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4433" y="1235636"/>
                  <a:ext cx="925261" cy="4543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Subtitle 2">
                  <a:extLst>
                    <a:ext uri="{FF2B5EF4-FFF2-40B4-BE49-F238E27FC236}">
                      <a16:creationId xmlns:a16="http://schemas.microsoft.com/office/drawing/2014/main" id="{27614250-F42A-934F-230C-1A586E628F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6274" y="1866383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4" name="Subtitle 2">
                  <a:extLst>
                    <a:ext uri="{FF2B5EF4-FFF2-40B4-BE49-F238E27FC236}">
                      <a16:creationId xmlns:a16="http://schemas.microsoft.com/office/drawing/2014/main" id="{27614250-F42A-934F-230C-1A586E628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274" y="1866383"/>
                  <a:ext cx="925261" cy="4543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ACC446DC-1BDF-6B08-7BF7-6F8136FECB46}"/>
                </a:ext>
              </a:extLst>
            </p:cNvPr>
            <p:cNvSpPr/>
            <p:nvPr/>
          </p:nvSpPr>
          <p:spPr>
            <a:xfrm rot="5812039">
              <a:off x="683624" y="1098435"/>
              <a:ext cx="914400" cy="914400"/>
            </a:xfrm>
            <a:prstGeom prst="arc">
              <a:avLst>
                <a:gd name="adj1" fmla="val 15971330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4CC109CA-275B-9392-B852-48084C5167D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1320" y="1844037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4CC109CA-275B-9392-B852-48084C516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20" y="1844037"/>
                  <a:ext cx="925261" cy="4543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CB0AA2D5-0FD9-B59E-79A9-3475E9FE52FE}"/>
                </a:ext>
              </a:extLst>
            </p:cNvPr>
            <p:cNvSpPr/>
            <p:nvPr/>
          </p:nvSpPr>
          <p:spPr>
            <a:xfrm rot="9293077">
              <a:off x="2518519" y="1053326"/>
              <a:ext cx="914400" cy="914400"/>
            </a:xfrm>
            <a:prstGeom prst="arc">
              <a:avLst>
                <a:gd name="adj1" fmla="val 15971330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ubtitle 2">
                  <a:extLst>
                    <a:ext uri="{FF2B5EF4-FFF2-40B4-BE49-F238E27FC236}">
                      <a16:creationId xmlns:a16="http://schemas.microsoft.com/office/drawing/2014/main" id="{5BA122A2-A969-2238-65BA-22E1E85D71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237613" y="1852530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8" name="Subtitle 2">
                  <a:extLst>
                    <a:ext uri="{FF2B5EF4-FFF2-40B4-BE49-F238E27FC236}">
                      <a16:creationId xmlns:a16="http://schemas.microsoft.com/office/drawing/2014/main" id="{5BA122A2-A969-2238-65BA-22E1E85D7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7613" y="1852530"/>
                  <a:ext cx="925261" cy="4543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4A37176-ECE2-D702-EBDB-251F71C222DF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 flipV="1">
              <a:off x="3199644" y="1555635"/>
              <a:ext cx="583754" cy="529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47B8E71-D861-3B46-F341-1504B5FA13A4}"/>
                </a:ext>
              </a:extLst>
            </p:cNvPr>
            <p:cNvSpPr/>
            <p:nvPr/>
          </p:nvSpPr>
          <p:spPr>
            <a:xfrm rot="5812039">
              <a:off x="2657510" y="1126478"/>
              <a:ext cx="914400" cy="914400"/>
            </a:xfrm>
            <a:prstGeom prst="arc">
              <a:avLst>
                <a:gd name="adj1" fmla="val 15586163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Subtitle 2">
                  <a:extLst>
                    <a:ext uri="{FF2B5EF4-FFF2-40B4-BE49-F238E27FC236}">
                      <a16:creationId xmlns:a16="http://schemas.microsoft.com/office/drawing/2014/main" id="{40FC95FA-A272-2753-5CFF-EAA8620383B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0893" y="1775369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1" name="Subtitle 2">
                  <a:extLst>
                    <a:ext uri="{FF2B5EF4-FFF2-40B4-BE49-F238E27FC236}">
                      <a16:creationId xmlns:a16="http://schemas.microsoft.com/office/drawing/2014/main" id="{40FC95FA-A272-2753-5CFF-EAA862038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0893" y="1775369"/>
                  <a:ext cx="925261" cy="4543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4942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7CC7-4B85-6DF0-42BE-6EC7469D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15277C3-4931-6DC6-ED5A-4DA9E6E6417E}"/>
              </a:ext>
            </a:extLst>
          </p:cNvPr>
          <p:cNvGrpSpPr>
            <a:grpSpLocks noChangeAspect="1"/>
          </p:cNvGrpSpPr>
          <p:nvPr/>
        </p:nvGrpSpPr>
        <p:grpSpPr>
          <a:xfrm>
            <a:off x="2265732" y="897758"/>
            <a:ext cx="6444878" cy="4231834"/>
            <a:chOff x="535574" y="1098435"/>
            <a:chExt cx="3195514" cy="209823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326AA2C-D3DD-75A0-F6C4-DB6B14A2AD9C}"/>
                </a:ext>
              </a:extLst>
            </p:cNvPr>
            <p:cNvSpPr/>
            <p:nvPr/>
          </p:nvSpPr>
          <p:spPr>
            <a:xfrm>
              <a:off x="535574" y="2525444"/>
              <a:ext cx="433421" cy="461222"/>
            </a:xfrm>
            <a:prstGeom prst="ellipse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A023174-05F0-C806-E1BD-60C6A1E283BE}"/>
                </a:ext>
              </a:extLst>
            </p:cNvPr>
            <p:cNvSpPr/>
            <p:nvPr/>
          </p:nvSpPr>
          <p:spPr>
            <a:xfrm>
              <a:off x="968995" y="1330322"/>
              <a:ext cx="433421" cy="46122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5EA4CF-7D33-9964-F3DD-D048F981D21C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406C821-847F-315D-AE24-B97F96EB433C}"/>
                </a:ext>
              </a:extLst>
            </p:cNvPr>
            <p:cNvSpPr/>
            <p:nvPr/>
          </p:nvSpPr>
          <p:spPr>
            <a:xfrm>
              <a:off x="3297667" y="2735450"/>
              <a:ext cx="433421" cy="46122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14EBF4-F401-2053-0E9E-F10B1A5349E3}"/>
                </a:ext>
              </a:extLst>
            </p:cNvPr>
            <p:cNvCxnSpPr>
              <a:cxnSpLocks/>
              <a:stCxn id="5" idx="0"/>
              <a:endCxn id="6" idx="3"/>
            </p:cNvCxnSpPr>
            <p:nvPr/>
          </p:nvCxnSpPr>
          <p:spPr>
            <a:xfrm flipV="1">
              <a:off x="752285" y="1724000"/>
              <a:ext cx="280183" cy="8014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DB08ADB-EAA7-5FBF-A2C4-0238B185CABD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402416" y="1560933"/>
              <a:ext cx="136380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400E384-CDDF-7493-5B4C-F339A95404CE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378207" cy="10114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5CD48AF0-4671-2887-E410-A1DBF8325182}"/>
                </a:ext>
              </a:extLst>
            </p:cNvPr>
            <p:cNvSpPr/>
            <p:nvPr/>
          </p:nvSpPr>
          <p:spPr>
            <a:xfrm rot="5812039">
              <a:off x="683624" y="1098435"/>
              <a:ext cx="914400" cy="914400"/>
            </a:xfrm>
            <a:prstGeom prst="arc">
              <a:avLst>
                <a:gd name="adj1" fmla="val 15971330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6E4A2EA-E3CC-D715-69CA-E4A3BA29AF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1320" y="1844037"/>
                  <a:ext cx="925261" cy="45435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6E4A2EA-E3CC-D715-69CA-E4A3BA29A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20" y="1844037"/>
                  <a:ext cx="925261" cy="4543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435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2974-7786-6E78-E2F7-DB37EED1E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9B79F697-8D24-79E5-DF0B-FF0C258222E8}"/>
              </a:ext>
            </a:extLst>
          </p:cNvPr>
          <p:cNvGrpSpPr>
            <a:grpSpLocks noChangeAspect="1"/>
          </p:cNvGrpSpPr>
          <p:nvPr/>
        </p:nvGrpSpPr>
        <p:grpSpPr>
          <a:xfrm>
            <a:off x="2265732" y="1365440"/>
            <a:ext cx="6444878" cy="3764152"/>
            <a:chOff x="535574" y="1330322"/>
            <a:chExt cx="3195514" cy="186635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5A92B4-7C2D-996D-EF12-4E82CCAB7222}"/>
                </a:ext>
              </a:extLst>
            </p:cNvPr>
            <p:cNvSpPr/>
            <p:nvPr/>
          </p:nvSpPr>
          <p:spPr>
            <a:xfrm>
              <a:off x="535574" y="2525444"/>
              <a:ext cx="433421" cy="4612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B97AF73-7652-32C2-746A-C842EB5DD1F3}"/>
                </a:ext>
              </a:extLst>
            </p:cNvPr>
            <p:cNvSpPr/>
            <p:nvPr/>
          </p:nvSpPr>
          <p:spPr>
            <a:xfrm>
              <a:off x="968995" y="1330322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AE93FF4-FBE2-23AF-EC99-C7AA1B4FB938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35EBDF-0097-9C5A-61E4-B6BECF150509}"/>
                </a:ext>
              </a:extLst>
            </p:cNvPr>
            <p:cNvSpPr/>
            <p:nvPr/>
          </p:nvSpPr>
          <p:spPr>
            <a:xfrm>
              <a:off x="3297667" y="2735450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CA9A94-C08D-4552-1EF0-C0D3C312BC8A}"/>
                </a:ext>
              </a:extLst>
            </p:cNvPr>
            <p:cNvCxnSpPr>
              <a:cxnSpLocks/>
              <a:stCxn id="5" idx="0"/>
              <a:endCxn id="6" idx="3"/>
            </p:cNvCxnSpPr>
            <p:nvPr/>
          </p:nvCxnSpPr>
          <p:spPr>
            <a:xfrm flipV="1">
              <a:off x="752285" y="1724000"/>
              <a:ext cx="280183" cy="8014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4ECCDE9-F64C-7A04-8768-B68ADCC2245F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402416" y="1560933"/>
              <a:ext cx="136380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FCF8C-BAF9-8399-D0B2-9F70EE9C9DBB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378207" cy="10114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902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564D-A175-39E1-F0F1-0B543D25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C146DD0-CE72-85E1-7539-B033A592E6F9}"/>
              </a:ext>
            </a:extLst>
          </p:cNvPr>
          <p:cNvGrpSpPr>
            <a:grpSpLocks noChangeAspect="1"/>
          </p:cNvGrpSpPr>
          <p:nvPr/>
        </p:nvGrpSpPr>
        <p:grpSpPr>
          <a:xfrm>
            <a:off x="2265732" y="1365440"/>
            <a:ext cx="6444878" cy="3764152"/>
            <a:chOff x="535574" y="1330322"/>
            <a:chExt cx="3195514" cy="186635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62B30A-50B6-98B9-C32D-9012E7FEBB70}"/>
                </a:ext>
              </a:extLst>
            </p:cNvPr>
            <p:cNvSpPr/>
            <p:nvPr/>
          </p:nvSpPr>
          <p:spPr>
            <a:xfrm>
              <a:off x="535574" y="2525444"/>
              <a:ext cx="433421" cy="461222"/>
            </a:xfrm>
            <a:prstGeom prst="ellipse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7C805A-CAC1-88E9-D863-A49991FB03E4}"/>
                </a:ext>
              </a:extLst>
            </p:cNvPr>
            <p:cNvSpPr/>
            <p:nvPr/>
          </p:nvSpPr>
          <p:spPr>
            <a:xfrm>
              <a:off x="968995" y="1330322"/>
              <a:ext cx="433421" cy="46122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0E9C83-3C5A-D9B2-C8C4-92FF12359939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rgbClr val="8826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4EFC50-31CE-1C82-7BC7-02190F0FDD1B}"/>
                </a:ext>
              </a:extLst>
            </p:cNvPr>
            <p:cNvSpPr/>
            <p:nvPr/>
          </p:nvSpPr>
          <p:spPr>
            <a:xfrm>
              <a:off x="3297667" y="2735450"/>
              <a:ext cx="433421" cy="46122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9186045-BC84-6B40-998A-DE7758F83B0A}"/>
                </a:ext>
              </a:extLst>
            </p:cNvPr>
            <p:cNvCxnSpPr>
              <a:cxnSpLocks/>
              <a:stCxn id="5" idx="0"/>
              <a:endCxn id="6" idx="3"/>
            </p:cNvCxnSpPr>
            <p:nvPr/>
          </p:nvCxnSpPr>
          <p:spPr>
            <a:xfrm flipV="1">
              <a:off x="752285" y="1724000"/>
              <a:ext cx="280183" cy="8014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57D7A9-EAEB-A36C-7F76-1E6687F3170B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402416" y="1560933"/>
              <a:ext cx="136380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7079DB6-F711-19DD-68DD-A02F29470384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378207" cy="10114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63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BEFF-A5AE-DFE5-BB78-EDD465BC1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1B52410-38CC-77C5-2B02-75E08AB54485}"/>
              </a:ext>
            </a:extLst>
          </p:cNvPr>
          <p:cNvGrpSpPr>
            <a:grpSpLocks noChangeAspect="1"/>
          </p:cNvGrpSpPr>
          <p:nvPr/>
        </p:nvGrpSpPr>
        <p:grpSpPr>
          <a:xfrm>
            <a:off x="3568505" y="1206359"/>
            <a:ext cx="5552236" cy="4599889"/>
            <a:chOff x="880143" y="516971"/>
            <a:chExt cx="2752922" cy="228072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1A8F36E-EE86-CA3B-7BB9-1D72EC66C044}"/>
                </a:ext>
              </a:extLst>
            </p:cNvPr>
            <p:cNvSpPr/>
            <p:nvPr/>
          </p:nvSpPr>
          <p:spPr>
            <a:xfrm>
              <a:off x="880143" y="516971"/>
              <a:ext cx="433421" cy="4612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F695A08-5D01-331B-C53E-95FF68F92374}"/>
                </a:ext>
              </a:extLst>
            </p:cNvPr>
            <p:cNvSpPr/>
            <p:nvPr/>
          </p:nvSpPr>
          <p:spPr>
            <a:xfrm>
              <a:off x="1467713" y="1330322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73A911D-BBBE-C257-4AF3-E4A70793CFA2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3E12AD-6AA7-9F66-6D22-14D3608EC80A}"/>
                </a:ext>
              </a:extLst>
            </p:cNvPr>
            <p:cNvSpPr/>
            <p:nvPr/>
          </p:nvSpPr>
          <p:spPr>
            <a:xfrm>
              <a:off x="3199644" y="2336476"/>
              <a:ext cx="433421" cy="461222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8AEC40-24CC-04B7-3B7E-B18C3E0D9247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1250091" y="910649"/>
              <a:ext cx="281096" cy="4872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B2C113C-27D9-85EC-3E9D-D7CEF8CD67E7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901134" y="1560933"/>
              <a:ext cx="86508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6BAA73-B206-8BC5-F1E5-597E08AFC601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280184" cy="6124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09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3EBD0-6E2D-509D-DF72-D9FB1413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0E03E6A-00D4-A735-2DC1-C8D3F5D1D787}"/>
              </a:ext>
            </a:extLst>
          </p:cNvPr>
          <p:cNvGrpSpPr>
            <a:grpSpLocks noChangeAspect="1"/>
          </p:cNvGrpSpPr>
          <p:nvPr/>
        </p:nvGrpSpPr>
        <p:grpSpPr>
          <a:xfrm>
            <a:off x="3568505" y="1206359"/>
            <a:ext cx="5552236" cy="4599889"/>
            <a:chOff x="880143" y="516971"/>
            <a:chExt cx="2752922" cy="228072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20DB223-CF12-D1C9-86DE-BB7126FF3A17}"/>
                </a:ext>
              </a:extLst>
            </p:cNvPr>
            <p:cNvSpPr/>
            <p:nvPr/>
          </p:nvSpPr>
          <p:spPr>
            <a:xfrm>
              <a:off x="880143" y="516971"/>
              <a:ext cx="433421" cy="461222"/>
            </a:xfrm>
            <a:prstGeom prst="ellipse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D09A5C6-D0AC-3879-624E-2772E26D311A}"/>
                </a:ext>
              </a:extLst>
            </p:cNvPr>
            <p:cNvSpPr/>
            <p:nvPr/>
          </p:nvSpPr>
          <p:spPr>
            <a:xfrm>
              <a:off x="1467713" y="1330322"/>
              <a:ext cx="433421" cy="46122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6E7A05-0D56-34AB-B561-55267B3E4D56}"/>
                </a:ext>
              </a:extLst>
            </p:cNvPr>
            <p:cNvSpPr/>
            <p:nvPr/>
          </p:nvSpPr>
          <p:spPr>
            <a:xfrm>
              <a:off x="2766223" y="1330322"/>
              <a:ext cx="433421" cy="461222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85DCE25-648B-3CAE-AC21-056A8CA4E611}"/>
                </a:ext>
              </a:extLst>
            </p:cNvPr>
            <p:cNvSpPr/>
            <p:nvPr/>
          </p:nvSpPr>
          <p:spPr>
            <a:xfrm>
              <a:off x="3199644" y="2336476"/>
              <a:ext cx="433421" cy="46122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B3948D5-B71E-76EF-6A02-526224EBB896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1250091" y="910649"/>
              <a:ext cx="281096" cy="4872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5BF2F3-0378-8C8D-A6D2-0D414F537064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1901134" y="1560933"/>
              <a:ext cx="86508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F5D9133-795C-CDE5-1086-3568FBD5D0F4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3136171" y="1724000"/>
              <a:ext cx="280184" cy="6124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305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2CBF-B0D0-E08E-4507-D8658F7F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B5C7E8-B34F-C3C3-5586-471E3030F5D5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E0BB9EC-BA8F-94E9-E685-6876823C1E58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600623A-672B-A6E4-F5A2-6F48272BB9E8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8FE9F2D-F11E-9939-74BC-FBD846CAD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6EFA2F1-6856-E2E9-2421-3EC2C9B21531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F473764-C99D-7DF5-250F-9086F1F1FA4D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7B22443-9E25-BA79-A7E1-7CE1977015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8CA5992-5514-D9B8-E573-1BF7ED8BB93B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D4247FA-C177-7D99-76F9-FED28C197285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9BC4C2D-22A8-A6AF-0C76-EB56737214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EBC0B4B-BB30-BAD6-1674-DAF82B997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2691209E-6225-8F39-C28B-844F378DC98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2691209E-6225-8F39-C28B-844F378DC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C589C22E-92CB-F0CE-96EE-2B9A471A197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C589C22E-92CB-F0CE-96EE-2B9A471A1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8D4F4424-C998-94C8-1FD3-A940BDC4BF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8D4F4424-C998-94C8-1FD3-A940BDC4BF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5B3689C0-7D25-BC39-F45D-28F4545720EC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52E08CE7-5B23-1E6C-C2F2-EEADF61DA28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52E08CE7-5B23-1E6C-C2F2-EEADF61DA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21189080-5D27-7252-7C37-F12D8CD4CD8F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034F8E5-989E-2946-8D02-204272A1F4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034F8E5-989E-2946-8D02-204272A1F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CC6DFA05-F0C9-00B6-2388-5213338A7190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DF6E5C7E-569B-F30F-F70B-A2AD805DE8F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DF6E5C7E-569B-F30F-F70B-A2AD805DE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6925563-7DB5-38A6-DA8C-5FAC7B95DEB5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45DEC39-D7D5-B6B5-4D16-C30B8D3A5EDF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38029F5-A834-D711-FE86-19F51610A9D0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878765-9FC4-8014-3347-6AE84CD567E3}"/>
              </a:ext>
            </a:extLst>
          </p:cNvPr>
          <p:cNvGrpSpPr/>
          <p:nvPr/>
        </p:nvGrpSpPr>
        <p:grpSpPr>
          <a:xfrm>
            <a:off x="6330218" y="989376"/>
            <a:ext cx="3826118" cy="4879248"/>
            <a:chOff x="6463825" y="920422"/>
            <a:chExt cx="3826118" cy="487924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119DC33-C105-163A-7AAD-7EE67C469D01}"/>
                </a:ext>
              </a:extLst>
            </p:cNvPr>
            <p:cNvGrpSpPr/>
            <p:nvPr/>
          </p:nvGrpSpPr>
          <p:grpSpPr>
            <a:xfrm>
              <a:off x="6463825" y="920422"/>
              <a:ext cx="3732304" cy="4879248"/>
              <a:chOff x="6680503" y="904715"/>
              <a:chExt cx="3732304" cy="4879248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F485250-6818-B27E-3508-52F7758DF4C8}"/>
                  </a:ext>
                </a:extLst>
              </p:cNvPr>
              <p:cNvSpPr/>
              <p:nvPr/>
            </p:nvSpPr>
            <p:spPr>
              <a:xfrm>
                <a:off x="9538661" y="904715"/>
                <a:ext cx="874146" cy="93021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04E9D88-7A00-87E9-1087-4F014718605D}"/>
                  </a:ext>
                </a:extLst>
              </p:cNvPr>
              <p:cNvSpPr/>
              <p:nvPr/>
            </p:nvSpPr>
            <p:spPr>
              <a:xfrm>
                <a:off x="8131473" y="2012263"/>
                <a:ext cx="874146" cy="930217"/>
              </a:xfrm>
              <a:prstGeom prst="ellipse">
                <a:avLst/>
              </a:prstGeom>
              <a:solidFill>
                <a:srgbClr val="E06E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1B4D933-F9C6-4C9D-291E-5004C7BDD90F}"/>
                  </a:ext>
                </a:extLst>
              </p:cNvPr>
              <p:cNvSpPr/>
              <p:nvPr/>
            </p:nvSpPr>
            <p:spPr>
              <a:xfrm>
                <a:off x="8131473" y="3923529"/>
                <a:ext cx="874146" cy="930217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5E06088-46E4-877B-3B5B-BE205D5AB109}"/>
                  </a:ext>
                </a:extLst>
              </p:cNvPr>
              <p:cNvSpPr/>
              <p:nvPr/>
            </p:nvSpPr>
            <p:spPr>
              <a:xfrm>
                <a:off x="6680503" y="4853746"/>
                <a:ext cx="874146" cy="930217"/>
              </a:xfrm>
              <a:prstGeom prst="ellipse">
                <a:avLst/>
              </a:prstGeom>
              <a:solidFill>
                <a:srgbClr val="E06E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9530B2C-90EE-0AC3-B80D-911AF7B2EF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0566" y="1638334"/>
                <a:ext cx="699962" cy="566014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5FCFC40-38F1-BBE0-EF17-1890EFDFEB45}"/>
                  </a:ext>
                </a:extLst>
              </p:cNvPr>
              <p:cNvCxnSpPr>
                <a:cxnSpLocks/>
                <a:stCxn id="27" idx="4"/>
                <a:endCxn id="28" idx="0"/>
              </p:cNvCxnSpPr>
              <p:nvPr/>
            </p:nvCxnSpPr>
            <p:spPr>
              <a:xfrm>
                <a:off x="8568546" y="2942480"/>
                <a:ext cx="0" cy="98104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8C94D5B-FC7B-4932-BBD3-02F18849C8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93080" y="4608710"/>
                <a:ext cx="692812" cy="45238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75866DDC-B14C-4CD6-1EDF-BD23B86A2881}"/>
                  </a:ext>
                </a:extLst>
              </p:cNvPr>
              <p:cNvSpPr/>
              <p:nvPr/>
            </p:nvSpPr>
            <p:spPr>
              <a:xfrm rot="3478222">
                <a:off x="7326142" y="1476707"/>
                <a:ext cx="1988787" cy="1593762"/>
              </a:xfrm>
              <a:prstGeom prst="arc">
                <a:avLst>
                  <a:gd name="adj1" fmla="val 17309620"/>
                  <a:gd name="adj2" fmla="val 1042114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Subtitle 2">
                    <a:extLst>
                      <a:ext uri="{FF2B5EF4-FFF2-40B4-BE49-F238E27FC236}">
                        <a16:creationId xmlns:a16="http://schemas.microsoft.com/office/drawing/2014/main" id="{3B35BBC1-45CF-5BA1-6A40-6F8CD4A08D6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443895" y="2512631"/>
                    <a:ext cx="1866114" cy="916369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228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just">
                      <a:lnSpc>
                        <a:spcPct val="110000"/>
                      </a:lnSpc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𝛽</m:t>
                          </m:r>
                        </m:oMath>
                      </m:oMathPara>
                    </a14:m>
                    <a:endParaRPr lang="en-US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0" name="Subtitle 2">
                    <a:extLst>
                      <a:ext uri="{FF2B5EF4-FFF2-40B4-BE49-F238E27FC236}">
                        <a16:creationId xmlns:a16="http://schemas.microsoft.com/office/drawing/2014/main" id="{3B35BBC1-45CF-5BA1-6A40-6F8CD4A08D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895" y="2512631"/>
                    <a:ext cx="1866114" cy="9163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70D7162-3586-7B87-DABC-E0CF114EE2A9}"/>
                  </a:ext>
                </a:extLst>
              </p:cNvPr>
              <p:cNvCxnSpPr>
                <a:cxnSpLocks/>
                <a:endCxn id="27" idx="0"/>
              </p:cNvCxnSpPr>
              <p:nvPr/>
            </p:nvCxnSpPr>
            <p:spPr>
              <a:xfrm>
                <a:off x="8568546" y="1369824"/>
                <a:ext cx="0" cy="6424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40E8CCE8-10BB-0042-72E7-3FC4B53FD35B}"/>
                  </a:ext>
                </a:extLst>
              </p:cNvPr>
              <p:cNvSpPr/>
              <p:nvPr/>
            </p:nvSpPr>
            <p:spPr>
              <a:xfrm rot="18161913">
                <a:off x="8226298" y="1698942"/>
                <a:ext cx="978553" cy="919528"/>
              </a:xfrm>
              <a:prstGeom prst="arc">
                <a:avLst>
                  <a:gd name="adj1" fmla="val 18587795"/>
                  <a:gd name="adj2" fmla="val 2325533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Subtitle 2">
                    <a:extLst>
                      <a:ext uri="{FF2B5EF4-FFF2-40B4-BE49-F238E27FC236}">
                        <a16:creationId xmlns:a16="http://schemas.microsoft.com/office/drawing/2014/main" id="{F3E59321-CF98-569C-2CD3-D9134F5657B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485319" y="1176217"/>
                    <a:ext cx="1145209" cy="610007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228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just">
                      <a:lnSpc>
                        <a:spcPct val="110000"/>
                      </a:lnSpc>
                      <a:buNone/>
                    </a:pPr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𝜌</m:t>
                          </m:r>
                        </m:oMath>
                      </m:oMathPara>
                    </a14:m>
                    <a:endParaRPr lang="en-US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Subtitle 2">
                    <a:extLst>
                      <a:ext uri="{FF2B5EF4-FFF2-40B4-BE49-F238E27FC236}">
                        <a16:creationId xmlns:a16="http://schemas.microsoft.com/office/drawing/2014/main" id="{F3E59321-CF98-569C-2CD3-D9134F5657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5319" y="1176217"/>
                    <a:ext cx="1145209" cy="61000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95B7227-844A-7606-3161-94EB4A385544}"/>
                </a:ext>
              </a:extLst>
            </p:cNvPr>
            <p:cNvCxnSpPr/>
            <p:nvPr/>
          </p:nvCxnSpPr>
          <p:spPr>
            <a:xfrm flipH="1">
              <a:off x="9057659" y="3939236"/>
              <a:ext cx="7123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F5A4E5D-A1F0-16F6-979E-2D1887F0D08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9402533" y="3609504"/>
              <a:ext cx="7123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Subtitle 2">
                  <a:extLst>
                    <a:ext uri="{FF2B5EF4-FFF2-40B4-BE49-F238E27FC236}">
                      <a16:creationId xmlns:a16="http://schemas.microsoft.com/office/drawing/2014/main" id="{C5A7F3DB-78E8-2AAC-F7A5-A8A8D53B4A2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728219" y="3362537"/>
                  <a:ext cx="561724" cy="453591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1" name="Subtitle 2">
                  <a:extLst>
                    <a:ext uri="{FF2B5EF4-FFF2-40B4-BE49-F238E27FC236}">
                      <a16:creationId xmlns:a16="http://schemas.microsoft.com/office/drawing/2014/main" id="{C5A7F3DB-78E8-2AAC-F7A5-A8A8D53B4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8219" y="3362537"/>
                  <a:ext cx="561724" cy="45359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EC34E516-0FF3-56D2-F32F-4B0E7F5B2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226014" y="3895610"/>
                  <a:ext cx="561724" cy="453591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2" name="Subtitle 2">
                  <a:extLst>
                    <a:ext uri="{FF2B5EF4-FFF2-40B4-BE49-F238E27FC236}">
                      <a16:creationId xmlns:a16="http://schemas.microsoft.com/office/drawing/2014/main" id="{EC34E516-0FF3-56D2-F32F-4B0E7F5B2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6014" y="3895610"/>
                  <a:ext cx="561724" cy="45359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C10C6CF-AA59-5D25-D314-9A6CCB3E52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560355" y="4435356"/>
                  <a:ext cx="561724" cy="453591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" name="Subtitle 2">
                  <a:extLst>
                    <a:ext uri="{FF2B5EF4-FFF2-40B4-BE49-F238E27FC236}">
                      <a16:creationId xmlns:a16="http://schemas.microsoft.com/office/drawing/2014/main" id="{EC10C6CF-AA59-5D25-D314-9A6CCB3E52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0355" y="4435356"/>
                  <a:ext cx="561724" cy="453591"/>
                </a:xfrm>
                <a:prstGeom prst="rect">
                  <a:avLst/>
                </a:prstGeom>
                <a:blipFill>
                  <a:blip r:embed="rId12"/>
                  <a:stretch>
                    <a:fillRect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C14DF20-906F-F107-82AA-B0F4EF1C73D6}"/>
                </a:ext>
              </a:extLst>
            </p:cNvPr>
            <p:cNvGrpSpPr/>
            <p:nvPr/>
          </p:nvGrpSpPr>
          <p:grpSpPr>
            <a:xfrm>
              <a:off x="9365765" y="4619283"/>
              <a:ext cx="282025" cy="288686"/>
              <a:chOff x="8897973" y="5016961"/>
              <a:chExt cx="585713" cy="59954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8A148A5-7A34-F8EF-AB0D-77D0AFFB909C}"/>
                  </a:ext>
                </a:extLst>
              </p:cNvPr>
              <p:cNvSpPr/>
              <p:nvPr/>
            </p:nvSpPr>
            <p:spPr>
              <a:xfrm>
                <a:off x="8897973" y="5016961"/>
                <a:ext cx="585713" cy="59954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4E27035-E539-7C97-AF98-8C38ED35C940}"/>
                  </a:ext>
                </a:extLst>
              </p:cNvPr>
              <p:cNvSpPr/>
              <p:nvPr/>
            </p:nvSpPr>
            <p:spPr>
              <a:xfrm>
                <a:off x="9000580" y="5121992"/>
                <a:ext cx="380497" cy="38948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A30391D-C995-7A3D-6C68-19DABFBE0045}"/>
                  </a:ext>
                </a:extLst>
              </p:cNvPr>
              <p:cNvSpPr/>
              <p:nvPr/>
            </p:nvSpPr>
            <p:spPr>
              <a:xfrm flipH="1">
                <a:off x="9113326" y="5237401"/>
                <a:ext cx="155004" cy="15866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22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4028-FB6C-930A-D570-F46ABD9E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C34F23-8C61-FF5D-DD17-0DA58470BA74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221E6-4C8F-FB31-54F7-01688666C8B7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66FFF71-9DD2-1043-7CD3-5C13FF195ADB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8EEA877-2817-9E74-D614-4E87F59F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F1D4AD-EF3A-1025-C08F-ECAEA5556105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EFD5526-5C41-F2FE-7207-0E1C3C2126DA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2F2846E-C7DF-17DC-AA40-5900E911A7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D1165A1-9B87-A0F9-31C8-16BE7EA1D084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B498BC1-78CB-E17C-479D-CEC938ED0C5B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AAEDA14-24D9-79CE-9EED-8B27E53D2E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EBE19DF-523D-B1FA-FF8F-E5B316EEEA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10C184D0-6BD7-30C5-9F08-36D02EAAEA2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10C184D0-6BD7-30C5-9F08-36D02EAAE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91455A51-F5E8-FA7E-A25A-6DF4B549527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91455A51-F5E8-FA7E-A25A-6DF4B5495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CDD07477-D0E5-477C-9D5D-CA27AF65A44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CDD07477-D0E5-477C-9D5D-CA27AF65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9B7E832E-52F0-4E2A-48DE-04DB7FB16B50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C6F04E9A-82A5-B00C-A969-F342333C49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𝛽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C6F04E9A-82A5-B00C-A969-F342333C4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987" y="3846936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A3C57DCA-0B3F-9FA0-D734-D300A7A341B4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5D93EC00-E295-F9B0-25EC-C4D079DE145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5D93EC00-E295-F9B0-25EC-C4D079DE14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594" y="2321662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5E50DF15-F154-253E-8C76-14713A2D8913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2C651EA8-0D32-D0D3-EBEF-6DFD48D21E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2C651EA8-0D32-D0D3-EBEF-6DFD48D21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D7F1DCA-BBF5-6E38-546E-3C8AF98B705F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2118B5C-9214-C9E6-A48C-97C56AF9A8C6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68F89D1-9D41-873E-07F1-5563159E6294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25798A-6BF8-2403-4C58-B62FD0B2C41E}"/>
              </a:ext>
            </a:extLst>
          </p:cNvPr>
          <p:cNvGrpSpPr/>
          <p:nvPr/>
        </p:nvGrpSpPr>
        <p:grpSpPr>
          <a:xfrm>
            <a:off x="6046078" y="304722"/>
            <a:ext cx="5034950" cy="5991046"/>
            <a:chOff x="485007" y="353363"/>
            <a:chExt cx="4585545" cy="5586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81E28E9-B392-3256-966D-E96DC6AB9E30}"/>
                    </a:ext>
                  </a:extLst>
                </p:cNvPr>
                <p:cNvSpPr txBox="1"/>
                <p:nvPr/>
              </p:nvSpPr>
              <p:spPr>
                <a:xfrm>
                  <a:off x="2241328" y="592155"/>
                  <a:ext cx="593722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𝜌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81E28E9-B392-3256-966D-E96DC6AB9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1328" y="592155"/>
                  <a:ext cx="593722" cy="13849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37562D4-97BD-4036-CAFC-4431D54950C6}"/>
                    </a:ext>
                  </a:extLst>
                </p:cNvPr>
                <p:cNvSpPr txBox="1"/>
                <p:nvPr/>
              </p:nvSpPr>
              <p:spPr>
                <a:xfrm>
                  <a:off x="1615131" y="2782227"/>
                  <a:ext cx="593722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37562D4-97BD-4036-CAFC-4431D5495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131" y="2782227"/>
                  <a:ext cx="593722" cy="95410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AAB3C3-9CBF-8793-DAC0-0317651376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492" y="3002483"/>
              <a:ext cx="1469891" cy="418887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8F8B4AC-BCF4-D675-B9A4-E4726940A15B}"/>
                </a:ext>
              </a:extLst>
            </p:cNvPr>
            <p:cNvSpPr/>
            <p:nvPr/>
          </p:nvSpPr>
          <p:spPr>
            <a:xfrm>
              <a:off x="1326492" y="709637"/>
              <a:ext cx="472531" cy="4881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3A5F301-0274-C125-C1A5-FD68C400040C}"/>
                </a:ext>
              </a:extLst>
            </p:cNvPr>
            <p:cNvSpPr/>
            <p:nvPr/>
          </p:nvSpPr>
          <p:spPr>
            <a:xfrm>
              <a:off x="2524380" y="1759975"/>
              <a:ext cx="593723" cy="615950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7807374-55FF-420A-2958-0EC33887EDED}"/>
                </a:ext>
              </a:extLst>
            </p:cNvPr>
            <p:cNvSpPr/>
            <p:nvPr/>
          </p:nvSpPr>
          <p:spPr>
            <a:xfrm>
              <a:off x="2524380" y="4504551"/>
              <a:ext cx="593723" cy="63180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39EAC81-AC8C-77E3-FF05-F54F66970CDB}"/>
                </a:ext>
              </a:extLst>
            </p:cNvPr>
            <p:cNvSpPr/>
            <p:nvPr/>
          </p:nvSpPr>
          <p:spPr>
            <a:xfrm>
              <a:off x="1167550" y="5190028"/>
              <a:ext cx="583335" cy="62075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36B2C81-5A90-5F4F-C540-CC41B0FFA5C2}"/>
                </a:ext>
              </a:extLst>
            </p:cNvPr>
            <p:cNvCxnSpPr>
              <a:cxnSpLocks/>
              <a:stCxn id="11" idx="5"/>
              <a:endCxn id="12" idx="1"/>
            </p:cNvCxnSpPr>
            <p:nvPr/>
          </p:nvCxnSpPr>
          <p:spPr>
            <a:xfrm>
              <a:off x="1729822" y="1126332"/>
              <a:ext cx="881507" cy="72384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3A29DE-5FC6-6103-41D3-5C562185CB0E}"/>
                </a:ext>
              </a:extLst>
            </p:cNvPr>
            <p:cNvCxnSpPr>
              <a:cxnSpLocks/>
              <a:stCxn id="12" idx="4"/>
              <a:endCxn id="14" idx="0"/>
            </p:cNvCxnSpPr>
            <p:nvPr/>
          </p:nvCxnSpPr>
          <p:spPr>
            <a:xfrm>
              <a:off x="2821242" y="2375925"/>
              <a:ext cx="0" cy="21286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D01529-A09F-CF10-A840-93636E742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7596" y="4977351"/>
              <a:ext cx="868770" cy="41760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9CF756-ADC2-829A-A946-DD528E6FC029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2821242" y="632791"/>
              <a:ext cx="0" cy="1127184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6D80904-88E4-A7E2-04F7-F9B94422B8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368" y="3421792"/>
              <a:ext cx="2162873" cy="939609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F7BEA58-7ECB-9F70-C67A-02D55FF35B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1241" y="3421792"/>
              <a:ext cx="1842199" cy="837762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026B67-909C-7DB7-C313-0FCB2CCE6085}"/>
                </a:ext>
              </a:extLst>
            </p:cNvPr>
            <p:cNvSpPr txBox="1"/>
            <p:nvPr/>
          </p:nvSpPr>
          <p:spPr>
            <a:xfrm>
              <a:off x="2954186" y="1309672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128999-53D6-C93F-9382-3EE1F45680DC}"/>
                </a:ext>
              </a:extLst>
            </p:cNvPr>
            <p:cNvSpPr txBox="1"/>
            <p:nvPr/>
          </p:nvSpPr>
          <p:spPr>
            <a:xfrm>
              <a:off x="1750885" y="5358171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F76A87-5427-07DF-F471-204D9AF5A31B}"/>
                </a:ext>
              </a:extLst>
            </p:cNvPr>
            <p:cNvSpPr txBox="1"/>
            <p:nvPr/>
          </p:nvSpPr>
          <p:spPr>
            <a:xfrm>
              <a:off x="3037139" y="4554948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2B931A-3465-C038-9AC8-1B4DF0246B27}"/>
                </a:ext>
              </a:extLst>
            </p:cNvPr>
            <p:cNvSpPr txBox="1"/>
            <p:nvPr/>
          </p:nvSpPr>
          <p:spPr>
            <a:xfrm>
              <a:off x="798049" y="898240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AE0722B-82BC-92CF-A820-20DBF01E1F36}"/>
                    </a:ext>
                  </a:extLst>
                </p:cNvPr>
                <p:cNvSpPr txBox="1"/>
                <p:nvPr/>
              </p:nvSpPr>
              <p:spPr>
                <a:xfrm>
                  <a:off x="2877315" y="353363"/>
                  <a:ext cx="5937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AE0722B-82BC-92CF-A820-20DBF01E1F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7315" y="353363"/>
                  <a:ext cx="593723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CE0186-1884-98AB-F5DA-31005F069560}"/>
                    </a:ext>
                  </a:extLst>
                </p:cNvPr>
                <p:cNvSpPr txBox="1"/>
                <p:nvPr/>
              </p:nvSpPr>
              <p:spPr>
                <a:xfrm>
                  <a:off x="485007" y="3736334"/>
                  <a:ext cx="593723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29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CE0186-1884-98AB-F5DA-31005F069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07" y="3736334"/>
                  <a:ext cx="593723" cy="53860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F465AF-C787-6728-6729-FC96FA4FC339}"/>
                    </a:ext>
                  </a:extLst>
                </p:cNvPr>
                <p:cNvSpPr txBox="1"/>
                <p:nvPr/>
              </p:nvSpPr>
              <p:spPr>
                <a:xfrm>
                  <a:off x="4476829" y="3665355"/>
                  <a:ext cx="5937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F465AF-C787-6728-6729-FC96FA4FC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6829" y="3665355"/>
                  <a:ext cx="59372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02CA6C54-B858-4EAB-1A30-53996B72A240}"/>
                </a:ext>
              </a:extLst>
            </p:cNvPr>
            <p:cNvSpPr/>
            <p:nvPr/>
          </p:nvSpPr>
          <p:spPr>
            <a:xfrm rot="12846546">
              <a:off x="2031097" y="3201356"/>
              <a:ext cx="748299" cy="505015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A5FC7AB4-7214-4A5C-FD7C-4D7D1F76B433}"/>
                </a:ext>
              </a:extLst>
            </p:cNvPr>
            <p:cNvSpPr/>
            <p:nvPr/>
          </p:nvSpPr>
          <p:spPr>
            <a:xfrm rot="12846546">
              <a:off x="2145444" y="4204293"/>
              <a:ext cx="838641" cy="1002747"/>
            </a:xfrm>
            <a:prstGeom prst="arc">
              <a:avLst>
                <a:gd name="adj1" fmla="val 16200000"/>
                <a:gd name="adj2" fmla="val 4987230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3D9667A-C829-130C-5F03-0FE760C95E6A}"/>
                    </a:ext>
                  </a:extLst>
                </p:cNvPr>
                <p:cNvSpPr txBox="1"/>
                <p:nvPr/>
              </p:nvSpPr>
              <p:spPr>
                <a:xfrm>
                  <a:off x="1717710" y="3674796"/>
                  <a:ext cx="593722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3D9667A-C829-130C-5F03-0FE760C95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7710" y="3674796"/>
                  <a:ext cx="593722" cy="107721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2591C60-696A-17A1-62A0-ACC301DF97A2}"/>
                    </a:ext>
                  </a:extLst>
                </p:cNvPr>
                <p:cNvSpPr txBox="1"/>
                <p:nvPr/>
              </p:nvSpPr>
              <p:spPr>
                <a:xfrm>
                  <a:off x="1811524" y="1626382"/>
                  <a:ext cx="593722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β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2591C60-696A-17A1-62A0-ACC301DF9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1524" y="1626382"/>
                  <a:ext cx="593722" cy="138499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75316CAA-CFDB-498B-BFA7-CFBAF38A25F5}"/>
                </a:ext>
              </a:extLst>
            </p:cNvPr>
            <p:cNvSpPr/>
            <p:nvPr/>
          </p:nvSpPr>
          <p:spPr>
            <a:xfrm rot="10095993">
              <a:off x="2230221" y="1554302"/>
              <a:ext cx="914782" cy="1179369"/>
            </a:xfrm>
            <a:prstGeom prst="arc">
              <a:avLst>
                <a:gd name="adj1" fmla="val 16148513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967B71AC-BC9D-DF08-6059-4107C24B77FF}"/>
                </a:ext>
              </a:extLst>
            </p:cNvPr>
            <p:cNvSpPr/>
            <p:nvPr/>
          </p:nvSpPr>
          <p:spPr>
            <a:xfrm rot="17063397">
              <a:off x="2327279" y="1490353"/>
              <a:ext cx="778012" cy="785280"/>
            </a:xfrm>
            <a:prstGeom prst="arc">
              <a:avLst>
                <a:gd name="adj1" fmla="val 17529598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32137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C4DA-A215-D03F-C33B-492124AB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9C5D3F8-B308-E778-9FB4-789ACCCA55DC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08CF033-EFD2-2E92-4F73-AD661B959F79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9CCC4A-02D3-944F-CC5F-5477735C93C1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0AEF866-688C-A2E2-436D-C648B1F19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8A603B5-AA8B-70CF-7BCD-73E07CD92BBA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E049112-2A8C-2EC8-DD2E-8742E559379E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C9C0645-A08B-23DC-319E-2AAB62E032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2777027-8E38-7607-5ECF-28DC9091E447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090DD37-CFA5-62D0-A725-8A44BCEBFE4A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B45F306-28BB-E846-31E4-BA6A1B8ED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9A78A97-B0D4-87A0-D344-57C9214F3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C2482D6F-AF16-06E9-55D1-EE1E5A8B90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C2482D6F-AF16-06E9-55D1-EE1E5A8B9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49E43579-A1EA-34D9-2E59-6CB5F7005C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49E43579-A1EA-34D9-2E59-6CB5F7005C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D4991FA0-2E4B-EC15-A79F-DD3236AF45C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D4991FA0-2E4B-EC15-A79F-DD3236AF4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BE1FB213-5113-AE1F-D78A-3BA2937C04AC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3051BB3D-621E-FBC8-4E6E-A3FD654BC4D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3051BB3D-621E-FBC8-4E6E-A3FD654BC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5F6BAFB4-1740-EC54-C918-5113B41812C9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ED4B30A1-9CF2-6A07-DD32-D5FD85E8F3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ED4B30A1-9CF2-6A07-DD32-D5FD85E8F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EE5716A4-E1BD-9B31-ECBE-F8F2A6FDAF50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F69E3519-9684-5711-3688-88E9DB58F4C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F69E3519-9684-5711-3688-88E9DB58F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1A88C89-4682-C286-EF06-71D0A92E2924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733757D-DF4F-BDEB-2B70-65E119D0171B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7338719-A89B-962D-A6B5-042ADF2EFAE1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AC8FCB4-3D5A-4901-2A02-0709601B6FB3}"/>
              </a:ext>
            </a:extLst>
          </p:cNvPr>
          <p:cNvGrpSpPr/>
          <p:nvPr/>
        </p:nvGrpSpPr>
        <p:grpSpPr>
          <a:xfrm>
            <a:off x="6046078" y="304722"/>
            <a:ext cx="5034950" cy="5991046"/>
            <a:chOff x="485007" y="353363"/>
            <a:chExt cx="4585545" cy="5586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DB88C19-1799-56CA-4438-A3A02CC2C054}"/>
                    </a:ext>
                  </a:extLst>
                </p:cNvPr>
                <p:cNvSpPr txBox="1"/>
                <p:nvPr/>
              </p:nvSpPr>
              <p:spPr>
                <a:xfrm>
                  <a:off x="2241328" y="592155"/>
                  <a:ext cx="593722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𝜌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DB88C19-1799-56CA-4438-A3A02CC2C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1328" y="592155"/>
                  <a:ext cx="593722" cy="13849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535AE1-86EE-8E3F-81D6-531E8D464720}"/>
                    </a:ext>
                  </a:extLst>
                </p:cNvPr>
                <p:cNvSpPr txBox="1"/>
                <p:nvPr/>
              </p:nvSpPr>
              <p:spPr>
                <a:xfrm>
                  <a:off x="1615131" y="2782227"/>
                  <a:ext cx="593722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535AE1-86EE-8E3F-81D6-531E8D464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131" y="2782227"/>
                  <a:ext cx="593722" cy="95410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AC41469-21A6-6488-32E2-17A70E9871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492" y="3002483"/>
              <a:ext cx="1469891" cy="418887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48286A-5AAB-C4D6-96C3-DB9ECB8D8611}"/>
                </a:ext>
              </a:extLst>
            </p:cNvPr>
            <p:cNvSpPr/>
            <p:nvPr/>
          </p:nvSpPr>
          <p:spPr>
            <a:xfrm>
              <a:off x="1326492" y="709637"/>
              <a:ext cx="472531" cy="4881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08F0B08-46CD-A07F-77D3-1F1F5E2D191B}"/>
                </a:ext>
              </a:extLst>
            </p:cNvPr>
            <p:cNvSpPr/>
            <p:nvPr/>
          </p:nvSpPr>
          <p:spPr>
            <a:xfrm>
              <a:off x="2524380" y="1759975"/>
              <a:ext cx="593723" cy="615950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68B24B5-FB36-3EE9-4F81-CAA5169871CE}"/>
                </a:ext>
              </a:extLst>
            </p:cNvPr>
            <p:cNvSpPr/>
            <p:nvPr/>
          </p:nvSpPr>
          <p:spPr>
            <a:xfrm>
              <a:off x="2524380" y="4504551"/>
              <a:ext cx="593723" cy="63180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6CA1232-CEA4-88D8-0555-8EED6E353CCA}"/>
                </a:ext>
              </a:extLst>
            </p:cNvPr>
            <p:cNvSpPr/>
            <p:nvPr/>
          </p:nvSpPr>
          <p:spPr>
            <a:xfrm>
              <a:off x="1167550" y="5190028"/>
              <a:ext cx="583335" cy="62075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065F07-4033-F957-5B5D-C9DD8D75647F}"/>
                </a:ext>
              </a:extLst>
            </p:cNvPr>
            <p:cNvCxnSpPr>
              <a:cxnSpLocks/>
              <a:stCxn id="11" idx="5"/>
              <a:endCxn id="12" idx="1"/>
            </p:cNvCxnSpPr>
            <p:nvPr/>
          </p:nvCxnSpPr>
          <p:spPr>
            <a:xfrm>
              <a:off x="1729822" y="1126332"/>
              <a:ext cx="881507" cy="72384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731B2D0-E447-FC39-2D77-FB574CA6E128}"/>
                </a:ext>
              </a:extLst>
            </p:cNvPr>
            <p:cNvCxnSpPr>
              <a:cxnSpLocks/>
              <a:stCxn id="12" idx="4"/>
              <a:endCxn id="14" idx="0"/>
            </p:cNvCxnSpPr>
            <p:nvPr/>
          </p:nvCxnSpPr>
          <p:spPr>
            <a:xfrm>
              <a:off x="2821242" y="2375925"/>
              <a:ext cx="0" cy="21286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E714F83-5D9A-4F87-3CE7-4CB51BB2E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7596" y="4977351"/>
              <a:ext cx="868770" cy="41760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DBEC10-8A49-59E8-D23F-AF0646A17E1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2821242" y="632791"/>
              <a:ext cx="0" cy="1127184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EB3CAAF-3C00-785A-60F6-CCDF084E3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368" y="3421792"/>
              <a:ext cx="2162873" cy="939609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1C06333-BA9D-66B4-1327-CC477522E9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1241" y="3421792"/>
              <a:ext cx="1842199" cy="837762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528325-41A1-C7CB-E62E-48D2C28BF4F3}"/>
                </a:ext>
              </a:extLst>
            </p:cNvPr>
            <p:cNvSpPr txBox="1"/>
            <p:nvPr/>
          </p:nvSpPr>
          <p:spPr>
            <a:xfrm>
              <a:off x="2954186" y="1309672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8782F6C-DDD1-D276-EFAE-9A9BFE96AB9D}"/>
                </a:ext>
              </a:extLst>
            </p:cNvPr>
            <p:cNvSpPr txBox="1"/>
            <p:nvPr/>
          </p:nvSpPr>
          <p:spPr>
            <a:xfrm>
              <a:off x="1750885" y="5358171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C788D6-BA0A-18B4-C2EA-3A9227DA0FF1}"/>
                </a:ext>
              </a:extLst>
            </p:cNvPr>
            <p:cNvSpPr txBox="1"/>
            <p:nvPr/>
          </p:nvSpPr>
          <p:spPr>
            <a:xfrm>
              <a:off x="3037139" y="4554948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0CA89C-7F9C-8C6E-1A7D-CEF9A7195704}"/>
                </a:ext>
              </a:extLst>
            </p:cNvPr>
            <p:cNvSpPr txBox="1"/>
            <p:nvPr/>
          </p:nvSpPr>
          <p:spPr>
            <a:xfrm>
              <a:off x="798049" y="898240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35A6EE9-42EC-260A-87F4-31F310E4DC4F}"/>
                    </a:ext>
                  </a:extLst>
                </p:cNvPr>
                <p:cNvSpPr txBox="1"/>
                <p:nvPr/>
              </p:nvSpPr>
              <p:spPr>
                <a:xfrm>
                  <a:off x="2877315" y="353363"/>
                  <a:ext cx="5937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35A6EE9-42EC-260A-87F4-31F310E4D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7315" y="353363"/>
                  <a:ext cx="593723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ECC808-A020-E721-D3F8-AE99CF5F7C1D}"/>
                    </a:ext>
                  </a:extLst>
                </p:cNvPr>
                <p:cNvSpPr txBox="1"/>
                <p:nvPr/>
              </p:nvSpPr>
              <p:spPr>
                <a:xfrm>
                  <a:off x="485007" y="3736334"/>
                  <a:ext cx="593723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29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ECC808-A020-E721-D3F8-AE99CF5F7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07" y="3736334"/>
                  <a:ext cx="593723" cy="53860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9D44BD-ECE9-41B5-7AC5-B3789A7838E2}"/>
                    </a:ext>
                  </a:extLst>
                </p:cNvPr>
                <p:cNvSpPr txBox="1"/>
                <p:nvPr/>
              </p:nvSpPr>
              <p:spPr>
                <a:xfrm>
                  <a:off x="4476829" y="3665355"/>
                  <a:ext cx="5937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9D44BD-ECE9-41B5-7AC5-B3789A783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6829" y="3665355"/>
                  <a:ext cx="59372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B4C83990-AFF5-4A3B-2953-A7FD249A6D1C}"/>
                </a:ext>
              </a:extLst>
            </p:cNvPr>
            <p:cNvSpPr/>
            <p:nvPr/>
          </p:nvSpPr>
          <p:spPr>
            <a:xfrm rot="12846546">
              <a:off x="2031097" y="3201356"/>
              <a:ext cx="748299" cy="505015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FEEF25A7-E105-4309-C334-B2ECF25ED1FF}"/>
                </a:ext>
              </a:extLst>
            </p:cNvPr>
            <p:cNvSpPr/>
            <p:nvPr/>
          </p:nvSpPr>
          <p:spPr>
            <a:xfrm rot="12846546">
              <a:off x="2145444" y="4204293"/>
              <a:ext cx="838641" cy="1002747"/>
            </a:xfrm>
            <a:prstGeom prst="arc">
              <a:avLst>
                <a:gd name="adj1" fmla="val 16200000"/>
                <a:gd name="adj2" fmla="val 4987230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0C1D4B7-4B0B-D3DA-7111-871D3C61F3A9}"/>
                    </a:ext>
                  </a:extLst>
                </p:cNvPr>
                <p:cNvSpPr txBox="1"/>
                <p:nvPr/>
              </p:nvSpPr>
              <p:spPr>
                <a:xfrm>
                  <a:off x="1659415" y="3683322"/>
                  <a:ext cx="593722" cy="10044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0C1D4B7-4B0B-D3DA-7111-871D3C61F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415" y="3683322"/>
                  <a:ext cx="593722" cy="100442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E6A24D4-FE73-E9B8-0A03-DB5E8D0F4711}"/>
                    </a:ext>
                  </a:extLst>
                </p:cNvPr>
                <p:cNvSpPr txBox="1"/>
                <p:nvPr/>
              </p:nvSpPr>
              <p:spPr>
                <a:xfrm>
                  <a:off x="1753229" y="1592277"/>
                  <a:ext cx="593722" cy="12914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E6A24D4-FE73-E9B8-0A03-DB5E8D0F4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229" y="1592277"/>
                  <a:ext cx="593722" cy="129140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BF5C3EF8-DBD8-B2BB-D53C-87E801DE40B1}"/>
                </a:ext>
              </a:extLst>
            </p:cNvPr>
            <p:cNvSpPr/>
            <p:nvPr/>
          </p:nvSpPr>
          <p:spPr>
            <a:xfrm rot="10095993">
              <a:off x="2230221" y="1554302"/>
              <a:ext cx="914782" cy="1179369"/>
            </a:xfrm>
            <a:prstGeom prst="arc">
              <a:avLst>
                <a:gd name="adj1" fmla="val 16148513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05937BAD-3198-9724-D45D-33DE0027AF96}"/>
                </a:ext>
              </a:extLst>
            </p:cNvPr>
            <p:cNvSpPr/>
            <p:nvPr/>
          </p:nvSpPr>
          <p:spPr>
            <a:xfrm rot="17063397">
              <a:off x="2327279" y="1490353"/>
              <a:ext cx="778012" cy="785280"/>
            </a:xfrm>
            <a:prstGeom prst="arc">
              <a:avLst>
                <a:gd name="adj1" fmla="val 17529598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819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99F9E-22E6-3702-9460-06F1B792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F22D34-8776-9F93-4075-64B1774C7731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5ACDC16-8BC9-F30D-B192-4523D10C962F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7CD803D-C752-03DA-940D-D4D309D58695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7D7902E-54CB-C674-800F-A106ED0F7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48AC89B-1E6C-BF3C-30C0-374DFD7A4CF4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5513691-952E-2148-7A81-A3E2C05CD3B6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2744722-0889-E9E3-1E80-1B063B810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3EB78A1-A27A-20DD-5B38-AEF6F449A877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972E679-B9C8-8FA9-DCE7-7867BE00FADC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0C36C02-155D-FA81-28E8-A7300A381A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FAA8DCC-9A3D-6BC0-CDF9-0B6BFFE43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B53F7E4B-EC67-8197-ED4C-855AABB0816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B53F7E4B-EC67-8197-ED4C-855AABB08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794F3930-B95E-1DA6-6C5A-0528E92136A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794F3930-B95E-1DA6-6C5A-0528E9213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62D518E1-D167-248A-9BD5-47D376DE7E2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62D518E1-D167-248A-9BD5-47D376DE7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B0FE9091-37D1-D258-8313-8986CEAE62D3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83DA9665-1F3A-DCE9-0A96-DB42731F2D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83DA9665-1F3A-DCE9-0A96-DB42731F2D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8E32B04F-70E9-07D5-27A0-A2F7E3207111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1F86F41B-AF50-8372-008F-E2B9AC42E6E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1F86F41B-AF50-8372-008F-E2B9AC42E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49E19D24-B79F-32FC-50E8-08153A7CA809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7629221D-58DE-2CD0-D35E-1D583F903EF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7629221D-58DE-2CD0-D35E-1D583F903E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3A3627A-049B-1709-412F-805060F59E35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B47CAA0-E6B8-136C-B49E-47760926CB62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150C277-F6AB-1DB9-8868-C907D9ADF119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234DE1-1F52-2FF8-1EE0-A340B577EE6E}"/>
                  </a:ext>
                </a:extLst>
              </p:cNvPr>
              <p:cNvSpPr txBox="1"/>
              <p:nvPr/>
            </p:nvSpPr>
            <p:spPr>
              <a:xfrm>
                <a:off x="8676914" y="470833"/>
                <a:ext cx="651910" cy="1485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𝜌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234DE1-1F52-2FF8-1EE0-A340B577E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914" y="470833"/>
                <a:ext cx="651910" cy="14853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E412D8-33D0-C82C-AAB7-93871FCBEC56}"/>
                  </a:ext>
                </a:extLst>
              </p:cNvPr>
              <p:cNvSpPr txBox="1"/>
              <p:nvPr/>
            </p:nvSpPr>
            <p:spPr>
              <a:xfrm>
                <a:off x="8648700" y="3482990"/>
                <a:ext cx="651910" cy="1023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𝜏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E412D8-33D0-C82C-AAB7-93871FCBE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700" y="3482990"/>
                <a:ext cx="651910" cy="10232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9628C4-C988-E134-C985-3EEB58E8ACDA}"/>
              </a:ext>
            </a:extLst>
          </p:cNvPr>
          <p:cNvCxnSpPr>
            <a:cxnSpLocks/>
          </p:cNvCxnSpPr>
          <p:nvPr/>
        </p:nvCxnSpPr>
        <p:spPr>
          <a:xfrm flipV="1">
            <a:off x="8583979" y="3532462"/>
            <a:ext cx="1125286" cy="62602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3F2A6B0-DC82-56A8-2B89-FB0A4E24773E}"/>
              </a:ext>
            </a:extLst>
          </p:cNvPr>
          <p:cNvSpPr/>
          <p:nvPr/>
        </p:nvSpPr>
        <p:spPr>
          <a:xfrm>
            <a:off x="9428695" y="874684"/>
            <a:ext cx="438047" cy="4420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BB0692-155E-D41A-F78B-47054FFF57F4}"/>
              </a:ext>
            </a:extLst>
          </p:cNvPr>
          <p:cNvSpPr/>
          <p:nvPr/>
        </p:nvSpPr>
        <p:spPr>
          <a:xfrm>
            <a:off x="8285319" y="1813270"/>
            <a:ext cx="651911" cy="660587"/>
          </a:xfrm>
          <a:prstGeom prst="ellipse">
            <a:avLst/>
          </a:prstGeom>
          <a:solidFill>
            <a:srgbClr val="D935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9EE9D-7774-CE26-FEFB-F88556FE18E2}"/>
              </a:ext>
            </a:extLst>
          </p:cNvPr>
          <p:cNvSpPr/>
          <p:nvPr/>
        </p:nvSpPr>
        <p:spPr>
          <a:xfrm>
            <a:off x="8285319" y="4756743"/>
            <a:ext cx="651911" cy="677593"/>
          </a:xfrm>
          <a:prstGeom prst="ellipse">
            <a:avLst/>
          </a:prstGeom>
          <a:solidFill>
            <a:srgbClr val="8826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A6F626-9828-0A9A-7FB0-43FE6D4A5F33}"/>
              </a:ext>
            </a:extLst>
          </p:cNvPr>
          <p:cNvSpPr/>
          <p:nvPr/>
        </p:nvSpPr>
        <p:spPr>
          <a:xfrm>
            <a:off x="6795513" y="5491896"/>
            <a:ext cx="640505" cy="665737"/>
          </a:xfrm>
          <a:prstGeom prst="ellipse">
            <a:avLst/>
          </a:prstGeom>
          <a:solidFill>
            <a:srgbClr val="D935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D3A6D8-2F79-FD54-E959-E8CE98AB771C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8821254" y="1251986"/>
            <a:ext cx="671591" cy="66435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0D21D7-0266-9712-DE4A-1217C2E4E81B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8611275" y="2473857"/>
            <a:ext cx="0" cy="228288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8157BD-A22F-7EBE-D16C-5C47C8151B9B}"/>
              </a:ext>
            </a:extLst>
          </p:cNvPr>
          <p:cNvCxnSpPr>
            <a:cxnSpLocks/>
          </p:cNvCxnSpPr>
          <p:nvPr/>
        </p:nvCxnSpPr>
        <p:spPr>
          <a:xfrm flipH="1">
            <a:off x="7399467" y="5263806"/>
            <a:ext cx="953914" cy="44787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DC3710-4055-A501-1C94-3040A962BC3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611275" y="604400"/>
            <a:ext cx="0" cy="1208870"/>
          </a:xfrm>
          <a:prstGeom prst="line">
            <a:avLst/>
          </a:prstGeom>
          <a:ln w="22225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C03A2A-5881-9BED-439D-2C61890BC408}"/>
              </a:ext>
            </a:extLst>
          </p:cNvPr>
          <p:cNvCxnSpPr>
            <a:cxnSpLocks/>
          </p:cNvCxnSpPr>
          <p:nvPr/>
        </p:nvCxnSpPr>
        <p:spPr>
          <a:xfrm flipV="1">
            <a:off x="6236429" y="3595517"/>
            <a:ext cx="2374845" cy="1007702"/>
          </a:xfrm>
          <a:prstGeom prst="line">
            <a:avLst/>
          </a:prstGeom>
          <a:ln w="22225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1D4070-2FFD-5CF4-1EA6-E17C9EE9F1BA}"/>
              </a:ext>
            </a:extLst>
          </p:cNvPr>
          <p:cNvCxnSpPr>
            <a:cxnSpLocks/>
          </p:cNvCxnSpPr>
          <p:nvPr/>
        </p:nvCxnSpPr>
        <p:spPr>
          <a:xfrm flipH="1" flipV="1">
            <a:off x="8611274" y="3595517"/>
            <a:ext cx="2022743" cy="898474"/>
          </a:xfrm>
          <a:prstGeom prst="line">
            <a:avLst/>
          </a:prstGeom>
          <a:ln w="22225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29CB52-6FCB-58ED-B274-918C846F6618}"/>
              </a:ext>
            </a:extLst>
          </p:cNvPr>
          <p:cNvSpPr txBox="1"/>
          <p:nvPr/>
        </p:nvSpPr>
        <p:spPr>
          <a:xfrm>
            <a:off x="7661539" y="1791697"/>
            <a:ext cx="651911" cy="6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97BDFE-F8B8-EEE8-26D8-CB2A78A122B8}"/>
              </a:ext>
            </a:extLst>
          </p:cNvPr>
          <p:cNvSpPr txBox="1"/>
          <p:nvPr/>
        </p:nvSpPr>
        <p:spPr>
          <a:xfrm>
            <a:off x="7436018" y="5672224"/>
            <a:ext cx="651911" cy="6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4095C2-9042-20C7-11A4-920CBC20683C}"/>
              </a:ext>
            </a:extLst>
          </p:cNvPr>
          <p:cNvSpPr txBox="1"/>
          <p:nvPr/>
        </p:nvSpPr>
        <p:spPr>
          <a:xfrm>
            <a:off x="8848331" y="4810792"/>
            <a:ext cx="651911" cy="6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endParaRPr 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67457-264A-17A3-FF62-237884241F38}"/>
              </a:ext>
            </a:extLst>
          </p:cNvPr>
          <p:cNvSpPr txBox="1"/>
          <p:nvPr/>
        </p:nvSpPr>
        <p:spPr>
          <a:xfrm>
            <a:off x="9813971" y="715568"/>
            <a:ext cx="651911" cy="6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17E26F-8675-1954-3C3F-3B458B3B60E8}"/>
                  </a:ext>
                </a:extLst>
              </p:cNvPr>
              <p:cNvSpPr txBox="1"/>
              <p:nvPr/>
            </p:nvSpPr>
            <p:spPr>
              <a:xfrm>
                <a:off x="8672843" y="304722"/>
                <a:ext cx="651911" cy="561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𝑧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17E26F-8675-1954-3C3F-3B458B3B6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843" y="304722"/>
                <a:ext cx="651911" cy="5611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5C0DDC-C47C-80DE-2EB4-F5FC9309255F}"/>
                  </a:ext>
                </a:extLst>
              </p:cNvPr>
              <p:cNvSpPr txBox="1"/>
              <p:nvPr/>
            </p:nvSpPr>
            <p:spPr>
              <a:xfrm>
                <a:off x="6046078" y="3932854"/>
                <a:ext cx="651911" cy="577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9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5C0DDC-C47C-80DE-2EB4-F5FC93092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078" y="3932854"/>
                <a:ext cx="651911" cy="5776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5D3A7A-7537-BF61-9330-0EE534AFC03C}"/>
                  </a:ext>
                </a:extLst>
              </p:cNvPr>
              <p:cNvSpPr txBox="1"/>
              <p:nvPr/>
            </p:nvSpPr>
            <p:spPr>
              <a:xfrm>
                <a:off x="10429117" y="3856731"/>
                <a:ext cx="651911" cy="561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5D3A7A-7537-BF61-9330-0EE534AFC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117" y="3856731"/>
                <a:ext cx="651911" cy="5611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c 32">
            <a:extLst>
              <a:ext uri="{FF2B5EF4-FFF2-40B4-BE49-F238E27FC236}">
                <a16:creationId xmlns:a16="http://schemas.microsoft.com/office/drawing/2014/main" id="{B168637A-6CD1-EEB5-6042-91F24730598F}"/>
              </a:ext>
            </a:extLst>
          </p:cNvPr>
          <p:cNvSpPr/>
          <p:nvPr/>
        </p:nvSpPr>
        <p:spPr>
          <a:xfrm rot="12846546">
            <a:off x="7869246" y="4434725"/>
            <a:ext cx="920832" cy="1075415"/>
          </a:xfrm>
          <a:prstGeom prst="arc">
            <a:avLst>
              <a:gd name="adj1" fmla="val 16200000"/>
              <a:gd name="adj2" fmla="val 498723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A66CD9-FC5E-C43E-2D67-A749E8A3D9ED}"/>
                  </a:ext>
                </a:extLst>
              </p:cNvPr>
              <p:cNvSpPr txBox="1"/>
              <p:nvPr/>
            </p:nvSpPr>
            <p:spPr>
              <a:xfrm>
                <a:off x="7335584" y="3876000"/>
                <a:ext cx="65191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A66CD9-FC5E-C43E-2D67-A749E8A3D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584" y="3876000"/>
                <a:ext cx="651910" cy="10772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AE49A9-671D-9A3C-9D0C-AFBE0B1858E5}"/>
                  </a:ext>
                </a:extLst>
              </p:cNvPr>
              <p:cNvSpPr txBox="1"/>
              <p:nvPr/>
            </p:nvSpPr>
            <p:spPr>
              <a:xfrm>
                <a:off x="9137943" y="1674718"/>
                <a:ext cx="65191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:endParaRPr lang="en-US" sz="2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AE49A9-671D-9A3C-9D0C-AFBE0B185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43" y="1674718"/>
                <a:ext cx="651910" cy="13849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c 35">
            <a:extLst>
              <a:ext uri="{FF2B5EF4-FFF2-40B4-BE49-F238E27FC236}">
                <a16:creationId xmlns:a16="http://schemas.microsoft.com/office/drawing/2014/main" id="{2E8E78CF-8A31-7797-196E-1D623A232BA4}"/>
              </a:ext>
            </a:extLst>
          </p:cNvPr>
          <p:cNvSpPr/>
          <p:nvPr/>
        </p:nvSpPr>
        <p:spPr>
          <a:xfrm rot="1905701">
            <a:off x="8226251" y="1562167"/>
            <a:ext cx="1004435" cy="1264837"/>
          </a:xfrm>
          <a:prstGeom prst="arc">
            <a:avLst>
              <a:gd name="adj1" fmla="val 16336305"/>
              <a:gd name="adj2" fmla="val 4110365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4DB4E781-1EA5-ABBE-51FF-88FD7EB80D65}"/>
              </a:ext>
            </a:extLst>
          </p:cNvPr>
          <p:cNvSpPr/>
          <p:nvPr/>
        </p:nvSpPr>
        <p:spPr>
          <a:xfrm rot="19136015">
            <a:off x="8346607" y="1473802"/>
            <a:ext cx="834394" cy="862241"/>
          </a:xfrm>
          <a:prstGeom prst="arc">
            <a:avLst>
              <a:gd name="adj1" fmla="val 17529598"/>
              <a:gd name="adj2" fmla="val 3196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78047D0A-72FC-AF87-FE02-39F291B5FC3E}"/>
              </a:ext>
            </a:extLst>
          </p:cNvPr>
          <p:cNvSpPr/>
          <p:nvPr/>
        </p:nvSpPr>
        <p:spPr>
          <a:xfrm rot="5047810">
            <a:off x="8065700" y="2962872"/>
            <a:ext cx="1004435" cy="1264837"/>
          </a:xfrm>
          <a:prstGeom prst="arc">
            <a:avLst>
              <a:gd name="adj1" fmla="val 16336305"/>
              <a:gd name="adj2" fmla="val 4110365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039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810B-25E0-7B7A-22F2-7EADC88B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891D177-390D-E1D2-1244-2CFA355F5BE7}"/>
              </a:ext>
            </a:extLst>
          </p:cNvPr>
          <p:cNvGrpSpPr/>
          <p:nvPr/>
        </p:nvGrpSpPr>
        <p:grpSpPr>
          <a:xfrm>
            <a:off x="213383" y="562232"/>
            <a:ext cx="5548547" cy="5733536"/>
            <a:chOff x="1632112" y="395203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DFC21BE-A140-DEB9-9E5C-FEE402EA16E9}"/>
                </a:ext>
              </a:extLst>
            </p:cNvPr>
            <p:cNvSpPr/>
            <p:nvPr/>
          </p:nvSpPr>
          <p:spPr>
            <a:xfrm>
              <a:off x="2900759" y="2922179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AB8D39B-0C8F-1919-123F-2BF3C4494B38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05" y="3062174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6C417B4-8866-0598-95F7-B9667E29D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5866" y="4457500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D8D0FF1-7F69-DCA0-2E26-ED8A6C4ABF0B}"/>
                </a:ext>
              </a:extLst>
            </p:cNvPr>
            <p:cNvSpPr/>
            <p:nvPr/>
          </p:nvSpPr>
          <p:spPr>
            <a:xfrm>
              <a:off x="1637404" y="802756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9AE27C3-D122-40A9-D412-CFD20E6AACB4}"/>
                </a:ext>
              </a:extLst>
            </p:cNvPr>
            <p:cNvCxnSpPr>
              <a:cxnSpLocks/>
            </p:cNvCxnSpPr>
            <p:nvPr/>
          </p:nvCxnSpPr>
          <p:spPr>
            <a:xfrm>
              <a:off x="1632112" y="1690519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EDF009B-E559-FB21-C994-15F5316D2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609" y="937147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8BB78F1-E228-4977-4188-D79EC93B4348}"/>
                </a:ext>
              </a:extLst>
            </p:cNvPr>
            <p:cNvSpPr/>
            <p:nvPr/>
          </p:nvSpPr>
          <p:spPr>
            <a:xfrm>
              <a:off x="2436112" y="352728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FDE39DA-6BBA-6503-1A5D-CFC9D993F4E6}"/>
                </a:ext>
              </a:extLst>
            </p:cNvPr>
            <p:cNvSpPr/>
            <p:nvPr/>
          </p:nvSpPr>
          <p:spPr>
            <a:xfrm>
              <a:off x="4052263" y="39520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4CE8D9B-ACF6-32BA-A87C-4BD9C98658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8784" y="4166779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EA1807F-506B-5B08-3F57-B5BB411BB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8306" y="3062174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BB880785-6E13-A3DA-A883-7B12D577DF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7" name="Subtitle 2">
                  <a:extLst>
                    <a:ext uri="{FF2B5EF4-FFF2-40B4-BE49-F238E27FC236}">
                      <a16:creationId xmlns:a16="http://schemas.microsoft.com/office/drawing/2014/main" id="{BB880785-6E13-A3DA-A883-7B12D577D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09" y="1507689"/>
                  <a:ext cx="1866114" cy="91636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503DB8C4-4EE7-D314-B008-7DCAFEDAD62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8" name="Subtitle 2">
                  <a:extLst>
                    <a:ext uri="{FF2B5EF4-FFF2-40B4-BE49-F238E27FC236}">
                      <a16:creationId xmlns:a16="http://schemas.microsoft.com/office/drawing/2014/main" id="{503DB8C4-4EE7-D314-B008-7DCAFEDAD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019" y="2923900"/>
                  <a:ext cx="1866114" cy="916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4E36DE15-0954-1B72-F97D-B32293E630E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9" name="Subtitle 2">
                  <a:extLst>
                    <a:ext uri="{FF2B5EF4-FFF2-40B4-BE49-F238E27FC236}">
                      <a16:creationId xmlns:a16="http://schemas.microsoft.com/office/drawing/2014/main" id="{4E36DE15-0954-1B72-F97D-B32293E63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701" y="4574900"/>
                  <a:ext cx="1866114" cy="916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D4B152F6-DC80-7894-61B7-035F984227BF}"/>
                </a:ext>
              </a:extLst>
            </p:cNvPr>
            <p:cNvSpPr/>
            <p:nvPr/>
          </p:nvSpPr>
          <p:spPr>
            <a:xfrm rot="2867929">
              <a:off x="2671765" y="3619740"/>
              <a:ext cx="940508" cy="919528"/>
            </a:xfrm>
            <a:prstGeom prst="arc">
              <a:avLst>
                <a:gd name="adj1" fmla="val 16128584"/>
                <a:gd name="adj2" fmla="val 101442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9FFD92EB-3A89-F9AC-06AD-6479E7202B0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1" name="Subtitle 2">
                  <a:extLst>
                    <a:ext uri="{FF2B5EF4-FFF2-40B4-BE49-F238E27FC236}">
                      <a16:creationId xmlns:a16="http://schemas.microsoft.com/office/drawing/2014/main" id="{9FFD92EB-3A89-F9AC-06AD-6479E7202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995" y="3865224"/>
                  <a:ext cx="1866114" cy="916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7B82DCEB-3917-6375-DC06-98145FE3A710}"/>
                </a:ext>
              </a:extLst>
            </p:cNvPr>
            <p:cNvSpPr/>
            <p:nvPr/>
          </p:nvSpPr>
          <p:spPr>
            <a:xfrm rot="15035647">
              <a:off x="4890570" y="2326679"/>
              <a:ext cx="1273245" cy="1221806"/>
            </a:xfrm>
            <a:prstGeom prst="arc">
              <a:avLst>
                <a:gd name="adj1" fmla="val 16007578"/>
                <a:gd name="adj2" fmla="val 2101760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8A90FC0-A29F-11F5-FC14-C9B3E8A19B4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08A90FC0-A29F-11F5-FC14-C9B3E8A19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874" y="2339950"/>
                  <a:ext cx="1866114" cy="916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199912C8-3849-0A88-06FE-BBACF226F107}"/>
                </a:ext>
              </a:extLst>
            </p:cNvPr>
            <p:cNvSpPr/>
            <p:nvPr/>
          </p:nvSpPr>
          <p:spPr>
            <a:xfrm rot="3501791">
              <a:off x="4326842" y="2037158"/>
              <a:ext cx="1844210" cy="1844209"/>
            </a:xfrm>
            <a:prstGeom prst="arc">
              <a:avLst>
                <a:gd name="adj1" fmla="val 12027116"/>
                <a:gd name="adj2" fmla="val 20150553"/>
              </a:avLst>
            </a:prstGeom>
            <a:noFill/>
            <a:ln w="444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99A9C227-842E-570C-F83C-14C83EFEFD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10000"/>
                    </a:lnSpc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6" name="Subtitle 2">
                  <a:extLst>
                    <a:ext uri="{FF2B5EF4-FFF2-40B4-BE49-F238E27FC236}">
                      <a16:creationId xmlns:a16="http://schemas.microsoft.com/office/drawing/2014/main" id="{99A9C227-842E-570C-F83C-14C83EFEF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960" y="2014434"/>
                  <a:ext cx="1866114" cy="916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5F47469-F165-CE36-049C-4D87DCA817F6}"/>
                </a:ext>
              </a:extLst>
            </p:cNvPr>
            <p:cNvSpPr/>
            <p:nvPr/>
          </p:nvSpPr>
          <p:spPr>
            <a:xfrm>
              <a:off x="3967357" y="5198522"/>
              <a:ext cx="874146" cy="930217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BAC1D0-20BF-F836-439C-D4BD027FD6A6}"/>
                </a:ext>
              </a:extLst>
            </p:cNvPr>
            <p:cNvCxnSpPr>
              <a:cxnSpLocks/>
            </p:cNvCxnSpPr>
            <p:nvPr/>
          </p:nvCxnSpPr>
          <p:spPr>
            <a:xfrm>
              <a:off x="4618425" y="1202795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F1D9DE1-7600-3D27-89C5-F005CECF7721}"/>
                </a:ext>
              </a:extLst>
            </p:cNvPr>
            <p:cNvSpPr/>
            <p:nvPr/>
          </p:nvSpPr>
          <p:spPr>
            <a:xfrm>
              <a:off x="5048930" y="2455932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AC2C20F-4730-2D1C-CFA0-7F745D229F93}"/>
              </a:ext>
            </a:extLst>
          </p:cNvPr>
          <p:cNvGrpSpPr/>
          <p:nvPr/>
        </p:nvGrpSpPr>
        <p:grpSpPr>
          <a:xfrm>
            <a:off x="5594452" y="457203"/>
            <a:ext cx="4637023" cy="5685385"/>
            <a:chOff x="6140788" y="491869"/>
            <a:chExt cx="4394054" cy="5497226"/>
          </a:xfrm>
        </p:grpSpPr>
        <p:sp>
          <p:nvSpPr>
            <p:cNvPr id="111" name="Arc 110">
              <a:extLst>
                <a:ext uri="{FF2B5EF4-FFF2-40B4-BE49-F238E27FC236}">
                  <a16:creationId xmlns:a16="http://schemas.microsoft.com/office/drawing/2014/main" id="{06621D0C-D2FC-F486-7BEE-2D084930CBA1}"/>
                </a:ext>
              </a:extLst>
            </p:cNvPr>
            <p:cNvSpPr/>
            <p:nvPr/>
          </p:nvSpPr>
          <p:spPr>
            <a:xfrm rot="1464654">
              <a:off x="8117748" y="1711256"/>
              <a:ext cx="1004435" cy="1264837"/>
            </a:xfrm>
            <a:prstGeom prst="arc">
              <a:avLst>
                <a:gd name="adj1" fmla="val 18272090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FA9D72-C975-55A2-F5DF-44BDDA26998A}"/>
                    </a:ext>
                  </a:extLst>
                </p:cNvPr>
                <p:cNvSpPr txBox="1"/>
                <p:nvPr/>
              </p:nvSpPr>
              <p:spPr>
                <a:xfrm>
                  <a:off x="8636267" y="728140"/>
                  <a:ext cx="651910" cy="14853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𝜌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FA9D72-C975-55A2-F5DF-44BDDA269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267" y="728140"/>
                  <a:ext cx="651910" cy="1485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38AF4C1-FEE0-E2C1-F1AB-108538DAFC74}"/>
                    </a:ext>
                  </a:extLst>
                </p:cNvPr>
                <p:cNvSpPr txBox="1"/>
                <p:nvPr/>
              </p:nvSpPr>
              <p:spPr>
                <a:xfrm>
                  <a:off x="8362257" y="4379425"/>
                  <a:ext cx="651910" cy="10232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38AF4C1-FEE0-E2C1-F1AB-108538DAFC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257" y="4379425"/>
                  <a:ext cx="651910" cy="10232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88BFD44-8DEA-4C3D-81BD-8C0442A942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4385" y="4138287"/>
              <a:ext cx="958999" cy="869355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80D9E05-3D07-E832-B9EA-2DE80240A8F4}"/>
                </a:ext>
              </a:extLst>
            </p:cNvPr>
            <p:cNvSpPr/>
            <p:nvPr/>
          </p:nvSpPr>
          <p:spPr>
            <a:xfrm>
              <a:off x="6771864" y="5141413"/>
              <a:ext cx="694454" cy="72181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CCC635A-B1E6-1D0B-9A0A-0EC3029E438C}"/>
                </a:ext>
              </a:extLst>
            </p:cNvPr>
            <p:cNvCxnSpPr>
              <a:cxnSpLocks/>
              <a:stCxn id="12" idx="4"/>
              <a:endCxn id="14" idx="0"/>
            </p:cNvCxnSpPr>
            <p:nvPr/>
          </p:nvCxnSpPr>
          <p:spPr>
            <a:xfrm>
              <a:off x="8602246" y="2684050"/>
              <a:ext cx="0" cy="10891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AB34DE-0022-36EC-FA2A-D24553565189}"/>
                </a:ext>
              </a:extLst>
            </p:cNvPr>
            <p:cNvCxnSpPr>
              <a:cxnSpLocks/>
              <a:stCxn id="14" idx="3"/>
              <a:endCxn id="15" idx="7"/>
            </p:cNvCxnSpPr>
            <p:nvPr/>
          </p:nvCxnSpPr>
          <p:spPr>
            <a:xfrm flipH="1">
              <a:off x="7364618" y="4351596"/>
              <a:ext cx="1007142" cy="89552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FD81BA-BDE4-7C54-3F5B-0D2F46D95173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8594385" y="796290"/>
              <a:ext cx="0" cy="1227173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7CA9381-F971-64AC-38E8-CA4DD639F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191" y="4077655"/>
              <a:ext cx="2365083" cy="1083565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6A876F9-306C-5A2A-E37A-72E49C773AD4}"/>
                </a:ext>
              </a:extLst>
            </p:cNvPr>
            <p:cNvSpPr txBox="1"/>
            <p:nvPr/>
          </p:nvSpPr>
          <p:spPr>
            <a:xfrm>
              <a:off x="7606422" y="2156801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7C54BD-C4B3-CDD3-8CB4-7C7B40949B62}"/>
                </a:ext>
              </a:extLst>
            </p:cNvPr>
            <p:cNvSpPr txBox="1"/>
            <p:nvPr/>
          </p:nvSpPr>
          <p:spPr>
            <a:xfrm>
              <a:off x="7383518" y="5365551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B44CC3-B8DA-821C-3003-4B9E81D5099B}"/>
                </a:ext>
              </a:extLst>
            </p:cNvPr>
            <p:cNvSpPr txBox="1"/>
            <p:nvPr/>
          </p:nvSpPr>
          <p:spPr>
            <a:xfrm>
              <a:off x="8765223" y="3576742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9CC5A5-BAF8-6B5F-E1BE-42A2ED638F67}"/>
                </a:ext>
              </a:extLst>
            </p:cNvPr>
            <p:cNvSpPr txBox="1"/>
            <p:nvPr/>
          </p:nvSpPr>
          <p:spPr>
            <a:xfrm>
              <a:off x="9705802" y="1472880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B48C5CE-E143-8566-EC89-5AF8A4D17E68}"/>
                    </a:ext>
                  </a:extLst>
                </p:cNvPr>
                <p:cNvSpPr txBox="1"/>
                <p:nvPr/>
              </p:nvSpPr>
              <p:spPr>
                <a:xfrm>
                  <a:off x="8087929" y="491869"/>
                  <a:ext cx="651911" cy="561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B48C5CE-E143-8566-EC89-5AF8A4D17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929" y="491869"/>
                  <a:ext cx="651911" cy="5611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9D49C5C-904A-975E-8F26-6FA53FBC4FDE}"/>
                    </a:ext>
                  </a:extLst>
                </p:cNvPr>
                <p:cNvSpPr txBox="1"/>
                <p:nvPr/>
              </p:nvSpPr>
              <p:spPr>
                <a:xfrm>
                  <a:off x="6140788" y="5016944"/>
                  <a:ext cx="651911" cy="577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29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9D49C5C-904A-975E-8F26-6FA53FBC4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788" y="5016944"/>
                  <a:ext cx="651911" cy="57764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B5154-74DD-A45A-BAD4-E7DF014EBCF5}"/>
                    </a:ext>
                  </a:extLst>
                </p:cNvPr>
                <p:cNvSpPr txBox="1"/>
                <p:nvPr/>
              </p:nvSpPr>
              <p:spPr>
                <a:xfrm>
                  <a:off x="9882931" y="4873468"/>
                  <a:ext cx="651911" cy="561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B5154-74DD-A45A-BAD4-E7DF014EB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2931" y="4873468"/>
                  <a:ext cx="651911" cy="5611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E74F970-48F6-FB05-1F85-26B896E3FEA7}"/>
                    </a:ext>
                  </a:extLst>
                </p:cNvPr>
                <p:cNvSpPr txBox="1"/>
                <p:nvPr/>
              </p:nvSpPr>
              <p:spPr>
                <a:xfrm>
                  <a:off x="7444593" y="2690594"/>
                  <a:ext cx="651910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E74F970-48F6-FB05-1F85-26B896E3F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593" y="2690594"/>
                  <a:ext cx="651910" cy="101566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DE3E900-4AA3-D375-6D3E-B954EC638C9F}"/>
                    </a:ext>
                  </a:extLst>
                </p:cNvPr>
                <p:cNvSpPr txBox="1"/>
                <p:nvPr/>
              </p:nvSpPr>
              <p:spPr>
                <a:xfrm>
                  <a:off x="8870317" y="2148388"/>
                  <a:ext cx="651910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DE3E900-4AA3-D375-6D3E-B954EC638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0317" y="2148388"/>
                  <a:ext cx="651910" cy="138499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2C0DF9F8-A10B-6F49-5A89-2CCA51D75D9F}"/>
                </a:ext>
              </a:extLst>
            </p:cNvPr>
            <p:cNvSpPr/>
            <p:nvPr/>
          </p:nvSpPr>
          <p:spPr>
            <a:xfrm rot="12710248">
              <a:off x="7967523" y="3419054"/>
              <a:ext cx="1004435" cy="1264837"/>
            </a:xfrm>
            <a:prstGeom prst="arc">
              <a:avLst>
                <a:gd name="adj1" fmla="val 16437855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6D9C775E-16F8-8ABB-56B5-108189F257E2}"/>
                </a:ext>
              </a:extLst>
            </p:cNvPr>
            <p:cNvSpPr/>
            <p:nvPr/>
          </p:nvSpPr>
          <p:spPr>
            <a:xfrm rot="20664648">
              <a:off x="8278629" y="1700373"/>
              <a:ext cx="834394" cy="862241"/>
            </a:xfrm>
            <a:prstGeom prst="arc">
              <a:avLst>
                <a:gd name="adj1" fmla="val 16329475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4CAF91-D17C-5C8A-D5C8-9ACFFF5488FD}"/>
                </a:ext>
              </a:extLst>
            </p:cNvPr>
            <p:cNvSpPr/>
            <p:nvPr/>
          </p:nvSpPr>
          <p:spPr>
            <a:xfrm>
              <a:off x="8276290" y="2023463"/>
              <a:ext cx="651911" cy="66058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1869A7-7B2A-8F8A-E3A3-A75F96F28F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4075" y="1818722"/>
              <a:ext cx="845896" cy="495695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F0ACA5-A763-7070-EC03-ABF05A0927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1274" y="4077655"/>
              <a:ext cx="1889247" cy="985331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3D8FA7-B8D2-7DF6-C6EA-DF99D48A8B45}"/>
                </a:ext>
              </a:extLst>
            </p:cNvPr>
            <p:cNvSpPr/>
            <p:nvPr/>
          </p:nvSpPr>
          <p:spPr>
            <a:xfrm>
              <a:off x="8276290" y="3773234"/>
              <a:ext cx="651911" cy="677593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B9E4194-010E-19D1-0E9E-F6D96B8ED637}"/>
                </a:ext>
              </a:extLst>
            </p:cNvPr>
            <p:cNvCxnSpPr>
              <a:cxnSpLocks/>
              <a:endCxn id="11" idx="4"/>
            </p:cNvCxnSpPr>
            <p:nvPr/>
          </p:nvCxnSpPr>
          <p:spPr>
            <a:xfrm flipH="1" flipV="1">
              <a:off x="9541633" y="2048651"/>
              <a:ext cx="21609" cy="2776873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77EE1D0-99F2-E67D-134C-D5A249FC703B}"/>
                </a:ext>
              </a:extLst>
            </p:cNvPr>
            <p:cNvSpPr/>
            <p:nvPr/>
          </p:nvSpPr>
          <p:spPr>
            <a:xfrm>
              <a:off x="9282212" y="1525084"/>
              <a:ext cx="518841" cy="5235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E5F4389-8969-A960-9C45-F3D09C375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091" y="4799358"/>
              <a:ext cx="0" cy="566192"/>
            </a:xfrm>
            <a:prstGeom prst="line">
              <a:avLst/>
            </a:prstGeom>
            <a:ln w="22225">
              <a:solidFill>
                <a:schemeClr val="bg2">
                  <a:lumMod val="90000"/>
                  <a:alpha val="3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2079F95C-FD51-2D18-9267-97E3D124FFCA}"/>
                </a:ext>
              </a:extLst>
            </p:cNvPr>
            <p:cNvSpPr/>
            <p:nvPr/>
          </p:nvSpPr>
          <p:spPr>
            <a:xfrm rot="7888553">
              <a:off x="7830421" y="3338914"/>
              <a:ext cx="1419539" cy="1611487"/>
            </a:xfrm>
            <a:prstGeom prst="arc">
              <a:avLst>
                <a:gd name="adj1" fmla="val 16135071"/>
                <a:gd name="adj2" fmla="val 12400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074896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A25E-BFD2-2A53-EA6F-5D1CE1D6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9127832-D152-8392-3B98-28A5AAAD3ABB}"/>
              </a:ext>
            </a:extLst>
          </p:cNvPr>
          <p:cNvGrpSpPr/>
          <p:nvPr/>
        </p:nvGrpSpPr>
        <p:grpSpPr>
          <a:xfrm>
            <a:off x="3458224" y="701568"/>
            <a:ext cx="4637023" cy="5685385"/>
            <a:chOff x="6140788" y="491869"/>
            <a:chExt cx="4394054" cy="5497226"/>
          </a:xfrm>
        </p:grpSpPr>
        <p:sp>
          <p:nvSpPr>
            <p:cNvPr id="111" name="Arc 110">
              <a:extLst>
                <a:ext uri="{FF2B5EF4-FFF2-40B4-BE49-F238E27FC236}">
                  <a16:creationId xmlns:a16="http://schemas.microsoft.com/office/drawing/2014/main" id="{CDEFC864-22AA-D79C-2F63-655531ADC0D3}"/>
                </a:ext>
              </a:extLst>
            </p:cNvPr>
            <p:cNvSpPr/>
            <p:nvPr/>
          </p:nvSpPr>
          <p:spPr>
            <a:xfrm rot="1464654">
              <a:off x="8117748" y="1711256"/>
              <a:ext cx="1004435" cy="1264837"/>
            </a:xfrm>
            <a:prstGeom prst="arc">
              <a:avLst>
                <a:gd name="adj1" fmla="val 18272090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742AC9-718C-EFBF-4891-FEDF28CA20F4}"/>
                    </a:ext>
                  </a:extLst>
                </p:cNvPr>
                <p:cNvSpPr txBox="1"/>
                <p:nvPr/>
              </p:nvSpPr>
              <p:spPr>
                <a:xfrm>
                  <a:off x="8636267" y="728140"/>
                  <a:ext cx="651910" cy="14853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𝜌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742AC9-718C-EFBF-4891-FEDF28CA2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267" y="728140"/>
                  <a:ext cx="651910" cy="148536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C5C4562-8187-7E86-430D-0DB2CD9A6114}"/>
                    </a:ext>
                  </a:extLst>
                </p:cNvPr>
                <p:cNvSpPr txBox="1"/>
                <p:nvPr/>
              </p:nvSpPr>
              <p:spPr>
                <a:xfrm>
                  <a:off x="8362257" y="4379425"/>
                  <a:ext cx="651910" cy="10232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C5C4562-8187-7E86-430D-0DB2CD9A6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257" y="4379425"/>
                  <a:ext cx="651910" cy="10232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3E3B5E-44AA-418F-F0ED-8A0B7C365D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4385" y="4138287"/>
              <a:ext cx="958999" cy="869355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EDDC4A-1BD1-B377-1D78-A0964C5A86AD}"/>
                </a:ext>
              </a:extLst>
            </p:cNvPr>
            <p:cNvSpPr/>
            <p:nvPr/>
          </p:nvSpPr>
          <p:spPr>
            <a:xfrm>
              <a:off x="6771864" y="5141413"/>
              <a:ext cx="694454" cy="72181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C48A77-8B60-F3D0-33A5-884771299BD9}"/>
                </a:ext>
              </a:extLst>
            </p:cNvPr>
            <p:cNvCxnSpPr>
              <a:cxnSpLocks/>
              <a:stCxn id="12" idx="4"/>
              <a:endCxn id="14" idx="0"/>
            </p:cNvCxnSpPr>
            <p:nvPr/>
          </p:nvCxnSpPr>
          <p:spPr>
            <a:xfrm>
              <a:off x="8602246" y="2684050"/>
              <a:ext cx="0" cy="108918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2C7A78A-ED43-2E95-0E86-AE7AC57D0742}"/>
                </a:ext>
              </a:extLst>
            </p:cNvPr>
            <p:cNvCxnSpPr>
              <a:cxnSpLocks/>
              <a:stCxn id="14" idx="3"/>
              <a:endCxn id="15" idx="7"/>
            </p:cNvCxnSpPr>
            <p:nvPr/>
          </p:nvCxnSpPr>
          <p:spPr>
            <a:xfrm flipH="1">
              <a:off x="7364618" y="4351596"/>
              <a:ext cx="1007142" cy="89552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C03601-7BA6-6A73-E723-B1C8D5FEAE22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8594385" y="796290"/>
              <a:ext cx="0" cy="1227173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4BBEF0E-626B-5BF6-72F3-4B7313CB6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191" y="4077655"/>
              <a:ext cx="2365083" cy="1083565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B588CA-234B-0A2C-082B-F76CFFDB106A}"/>
                </a:ext>
              </a:extLst>
            </p:cNvPr>
            <p:cNvSpPr txBox="1"/>
            <p:nvPr/>
          </p:nvSpPr>
          <p:spPr>
            <a:xfrm>
              <a:off x="7606422" y="2156801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B4D98E-CAED-2DE2-F330-60B3602152D4}"/>
                </a:ext>
              </a:extLst>
            </p:cNvPr>
            <p:cNvSpPr txBox="1"/>
            <p:nvPr/>
          </p:nvSpPr>
          <p:spPr>
            <a:xfrm>
              <a:off x="7383518" y="5365551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96184C-5213-8C2A-4294-91AD8F5B24A0}"/>
                </a:ext>
              </a:extLst>
            </p:cNvPr>
            <p:cNvSpPr txBox="1"/>
            <p:nvPr/>
          </p:nvSpPr>
          <p:spPr>
            <a:xfrm>
              <a:off x="8765223" y="3576742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273000-12BD-10A0-0E03-F41678B51C6C}"/>
                </a:ext>
              </a:extLst>
            </p:cNvPr>
            <p:cNvSpPr txBox="1"/>
            <p:nvPr/>
          </p:nvSpPr>
          <p:spPr>
            <a:xfrm>
              <a:off x="9705802" y="1472880"/>
              <a:ext cx="651911" cy="623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C31BAB6-BAD5-BA6D-C2C1-2A49E1E66A99}"/>
                    </a:ext>
                  </a:extLst>
                </p:cNvPr>
                <p:cNvSpPr txBox="1"/>
                <p:nvPr/>
              </p:nvSpPr>
              <p:spPr>
                <a:xfrm>
                  <a:off x="8087929" y="491869"/>
                  <a:ext cx="651911" cy="561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C31BAB6-BAD5-BA6D-C2C1-2A49E1E66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929" y="491869"/>
                  <a:ext cx="651911" cy="5611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B5E04A-1B0B-D6EA-8370-E6845945FDCF}"/>
                    </a:ext>
                  </a:extLst>
                </p:cNvPr>
                <p:cNvSpPr txBox="1"/>
                <p:nvPr/>
              </p:nvSpPr>
              <p:spPr>
                <a:xfrm>
                  <a:off x="6140788" y="5016944"/>
                  <a:ext cx="651911" cy="577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29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B5E04A-1B0B-D6EA-8370-E6845945F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788" y="5016944"/>
                  <a:ext cx="651911" cy="57764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6849FE1-DFF9-B7EC-723D-E15F97D438B2}"/>
                    </a:ext>
                  </a:extLst>
                </p:cNvPr>
                <p:cNvSpPr txBox="1"/>
                <p:nvPr/>
              </p:nvSpPr>
              <p:spPr>
                <a:xfrm>
                  <a:off x="9882931" y="4873468"/>
                  <a:ext cx="651911" cy="561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6849FE1-DFF9-B7EC-723D-E15F97D43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2931" y="4873468"/>
                  <a:ext cx="651911" cy="5611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C5C5254-A93E-3CE2-6B4E-F5B3B6642DDA}"/>
                    </a:ext>
                  </a:extLst>
                </p:cNvPr>
                <p:cNvSpPr txBox="1"/>
                <p:nvPr/>
              </p:nvSpPr>
              <p:spPr>
                <a:xfrm>
                  <a:off x="7444593" y="2690594"/>
                  <a:ext cx="651910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C5C5254-A93E-3CE2-6B4E-F5B3B6642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593" y="2690594"/>
                  <a:ext cx="651910" cy="10156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26338D2-D9AB-2176-AF79-AE0374221FF0}"/>
                    </a:ext>
                  </a:extLst>
                </p:cNvPr>
                <p:cNvSpPr txBox="1"/>
                <p:nvPr/>
              </p:nvSpPr>
              <p:spPr>
                <a:xfrm>
                  <a:off x="8870317" y="2148388"/>
                  <a:ext cx="651910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26338D2-D9AB-2176-AF79-AE0374221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0317" y="2148388"/>
                  <a:ext cx="651910" cy="13849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41382AA6-A424-1A00-3958-3B8AFBC0E42F}"/>
                </a:ext>
              </a:extLst>
            </p:cNvPr>
            <p:cNvSpPr/>
            <p:nvPr/>
          </p:nvSpPr>
          <p:spPr>
            <a:xfrm rot="12710248">
              <a:off x="7967523" y="3419054"/>
              <a:ext cx="1004435" cy="1264837"/>
            </a:xfrm>
            <a:prstGeom prst="arc">
              <a:avLst>
                <a:gd name="adj1" fmla="val 16437855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F4CC20EA-513D-319B-8985-90EE88027D07}"/>
                </a:ext>
              </a:extLst>
            </p:cNvPr>
            <p:cNvSpPr/>
            <p:nvPr/>
          </p:nvSpPr>
          <p:spPr>
            <a:xfrm rot="20664648">
              <a:off x="8278629" y="1700373"/>
              <a:ext cx="834394" cy="862241"/>
            </a:xfrm>
            <a:prstGeom prst="arc">
              <a:avLst>
                <a:gd name="adj1" fmla="val 16329475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D27DF4-9B2E-BC31-9E1A-C7373314E344}"/>
                </a:ext>
              </a:extLst>
            </p:cNvPr>
            <p:cNvSpPr/>
            <p:nvPr/>
          </p:nvSpPr>
          <p:spPr>
            <a:xfrm>
              <a:off x="8276290" y="2023463"/>
              <a:ext cx="651911" cy="66058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A67E762-2C04-D558-4D5A-7B72DE3DE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4075" y="1818722"/>
              <a:ext cx="845896" cy="495695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09FB383-6EB2-1755-F85C-8E9ED5890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1274" y="4077655"/>
              <a:ext cx="1889247" cy="985331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29512C-4443-EF7B-6977-94556E960EAF}"/>
                </a:ext>
              </a:extLst>
            </p:cNvPr>
            <p:cNvSpPr/>
            <p:nvPr/>
          </p:nvSpPr>
          <p:spPr>
            <a:xfrm>
              <a:off x="8276290" y="3773234"/>
              <a:ext cx="651911" cy="677593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C4A7FE3-1B6C-9D12-12DA-B5399C6069A0}"/>
                </a:ext>
              </a:extLst>
            </p:cNvPr>
            <p:cNvCxnSpPr>
              <a:cxnSpLocks/>
              <a:endCxn id="11" idx="4"/>
            </p:cNvCxnSpPr>
            <p:nvPr/>
          </p:nvCxnSpPr>
          <p:spPr>
            <a:xfrm flipH="1" flipV="1">
              <a:off x="9541633" y="2048651"/>
              <a:ext cx="21609" cy="2776873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AFECA9-0EA9-A676-43DE-A0B70E327A1B}"/>
                </a:ext>
              </a:extLst>
            </p:cNvPr>
            <p:cNvSpPr/>
            <p:nvPr/>
          </p:nvSpPr>
          <p:spPr>
            <a:xfrm>
              <a:off x="9282212" y="1525084"/>
              <a:ext cx="518841" cy="5235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E6D6A20-DA56-B658-DD6E-BA41C0616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091" y="4799358"/>
              <a:ext cx="0" cy="566192"/>
            </a:xfrm>
            <a:prstGeom prst="line">
              <a:avLst/>
            </a:prstGeom>
            <a:ln w="22225">
              <a:solidFill>
                <a:schemeClr val="bg2">
                  <a:lumMod val="90000"/>
                  <a:alpha val="3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F99CC86C-41E2-D7B0-D7F7-57C358658FC2}"/>
                </a:ext>
              </a:extLst>
            </p:cNvPr>
            <p:cNvSpPr/>
            <p:nvPr/>
          </p:nvSpPr>
          <p:spPr>
            <a:xfrm rot="7888553">
              <a:off x="7830421" y="3338914"/>
              <a:ext cx="1419539" cy="1611487"/>
            </a:xfrm>
            <a:prstGeom prst="arc">
              <a:avLst>
                <a:gd name="adj1" fmla="val 16135071"/>
                <a:gd name="adj2" fmla="val 12400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57656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0CED-4123-289E-C4A9-4DDF5D25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F5573AB-FCF1-44FD-AF24-77008C86EB42}"/>
              </a:ext>
            </a:extLst>
          </p:cNvPr>
          <p:cNvGrpSpPr/>
          <p:nvPr/>
        </p:nvGrpSpPr>
        <p:grpSpPr>
          <a:xfrm>
            <a:off x="6071388" y="632791"/>
            <a:ext cx="4552360" cy="5748873"/>
            <a:chOff x="6214382" y="562231"/>
            <a:chExt cx="4552360" cy="5748873"/>
          </a:xfrm>
        </p:grpSpPr>
        <p:pic>
          <p:nvPicPr>
            <p:cNvPr id="3" name="Picture 2" descr="A screenshot of a diagram&#10;&#10;AI-generated content may be incorrect.">
              <a:extLst>
                <a:ext uri="{FF2B5EF4-FFF2-40B4-BE49-F238E27FC236}">
                  <a16:creationId xmlns:a16="http://schemas.microsoft.com/office/drawing/2014/main" id="{3EAD4BB8-A4B3-F63F-89D8-A27BDEAB2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4382" y="562231"/>
              <a:ext cx="4552360" cy="574887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E4BDEF4-3DE8-0511-E45A-4B186C0F5FC7}"/>
                    </a:ext>
                  </a:extLst>
                </p:cNvPr>
                <p:cNvSpPr/>
                <p:nvPr/>
              </p:nvSpPr>
              <p:spPr>
                <a:xfrm>
                  <a:off x="7007630" y="2541991"/>
                  <a:ext cx="414600" cy="397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E4BDEF4-3DE8-0511-E45A-4B186C0F5F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7630" y="2541991"/>
                  <a:ext cx="414600" cy="39758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38A3824-E4EB-42B0-BFBE-8FB5585F18FA}"/>
                    </a:ext>
                  </a:extLst>
                </p:cNvPr>
                <p:cNvSpPr/>
                <p:nvPr/>
              </p:nvSpPr>
              <p:spPr>
                <a:xfrm>
                  <a:off x="8623218" y="4541603"/>
                  <a:ext cx="414600" cy="397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38A3824-E4EB-42B0-BFBE-8FB5585F18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218" y="4541603"/>
                  <a:ext cx="414600" cy="397589"/>
                </a:xfrm>
                <a:prstGeom prst="rect">
                  <a:avLst/>
                </a:prstGeom>
                <a:blipFill>
                  <a:blip r:embed="rId4"/>
                  <a:stretch>
                    <a:fillRect b="-615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D4398B6-67BB-17CD-A82E-06A13C2BD1F5}"/>
                    </a:ext>
                  </a:extLst>
                </p:cNvPr>
                <p:cNvSpPr/>
                <p:nvPr/>
              </p:nvSpPr>
              <p:spPr>
                <a:xfrm>
                  <a:off x="7805666" y="3778624"/>
                  <a:ext cx="278275" cy="23539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D4398B6-67BB-17CD-A82E-06A13C2BD1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5666" y="3778624"/>
                  <a:ext cx="278275" cy="235398"/>
                </a:xfrm>
                <a:prstGeom prst="rect">
                  <a:avLst/>
                </a:prstGeom>
                <a:blipFill>
                  <a:blip r:embed="rId5"/>
                  <a:stretch>
                    <a:fillRect b="-256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FD497FB-8846-1FF5-51E0-EEA9366FBCF9}"/>
                </a:ext>
              </a:extLst>
            </p:cNvPr>
            <p:cNvSpPr/>
            <p:nvPr/>
          </p:nvSpPr>
          <p:spPr>
            <a:xfrm rot="6903910">
              <a:off x="7632424" y="4795592"/>
              <a:ext cx="1013563" cy="915975"/>
            </a:xfrm>
            <a:prstGeom prst="arc">
              <a:avLst>
                <a:gd name="adj1" fmla="val 15685842"/>
                <a:gd name="adj2" fmla="val 20464355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34C21B-8222-4325-CBFA-323E9A603A8A}"/>
                </a:ext>
              </a:extLst>
            </p:cNvPr>
            <p:cNvCxnSpPr>
              <a:cxnSpLocks/>
            </p:cNvCxnSpPr>
            <p:nvPr/>
          </p:nvCxnSpPr>
          <p:spPr>
            <a:xfrm>
              <a:off x="8093880" y="5065798"/>
              <a:ext cx="0" cy="102503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3F6D0E3-61CD-E01F-E4F4-EF42257B99E3}"/>
                    </a:ext>
                  </a:extLst>
                </p:cNvPr>
                <p:cNvSpPr/>
                <p:nvPr/>
              </p:nvSpPr>
              <p:spPr>
                <a:xfrm>
                  <a:off x="8317654" y="5731655"/>
                  <a:ext cx="366661" cy="2578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3F6D0E3-61CD-E01F-E4F4-EF42257B99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7654" y="5731655"/>
                  <a:ext cx="366661" cy="257895"/>
                </a:xfrm>
                <a:prstGeom prst="rect">
                  <a:avLst/>
                </a:prstGeom>
                <a:blipFill>
                  <a:blip r:embed="rId6"/>
                  <a:stretch>
                    <a:fillRect b="-3809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3D8A2E7-03F8-4EF9-45FE-123E1D05621C}"/>
              </a:ext>
            </a:extLst>
          </p:cNvPr>
          <p:cNvGrpSpPr/>
          <p:nvPr/>
        </p:nvGrpSpPr>
        <p:grpSpPr>
          <a:xfrm>
            <a:off x="780454" y="473892"/>
            <a:ext cx="4585545" cy="5586218"/>
            <a:chOff x="485007" y="353363"/>
            <a:chExt cx="4585545" cy="5586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E5086247-4DEB-DC30-E197-493BD7563E98}"/>
                    </a:ext>
                  </a:extLst>
                </p:cNvPr>
                <p:cNvSpPr txBox="1"/>
                <p:nvPr/>
              </p:nvSpPr>
              <p:spPr>
                <a:xfrm>
                  <a:off x="2165479" y="379351"/>
                  <a:ext cx="593722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𝜌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E5086247-4DEB-DC30-E197-493BD7563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79" y="379351"/>
                  <a:ext cx="593722" cy="13849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A590D54-DB28-2594-278B-C619058327D0}"/>
                    </a:ext>
                  </a:extLst>
                </p:cNvPr>
                <p:cNvSpPr txBox="1"/>
                <p:nvPr/>
              </p:nvSpPr>
              <p:spPr>
                <a:xfrm>
                  <a:off x="1615131" y="2782227"/>
                  <a:ext cx="593722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𝜏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A590D54-DB28-2594-278B-C61905832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131" y="2782227"/>
                  <a:ext cx="593722" cy="95410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F9339D2-68F2-AD36-F4B4-CA1C9584C3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492" y="3002483"/>
              <a:ext cx="1469891" cy="418887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1F3CF06-6F3F-007A-7639-E02AEE8F8974}"/>
                </a:ext>
              </a:extLst>
            </p:cNvPr>
            <p:cNvSpPr/>
            <p:nvPr/>
          </p:nvSpPr>
          <p:spPr>
            <a:xfrm>
              <a:off x="1326492" y="709637"/>
              <a:ext cx="472531" cy="4881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5C4E812-B0D1-DD81-557F-DBC78104353E}"/>
                </a:ext>
              </a:extLst>
            </p:cNvPr>
            <p:cNvSpPr/>
            <p:nvPr/>
          </p:nvSpPr>
          <p:spPr>
            <a:xfrm>
              <a:off x="2524380" y="1759975"/>
              <a:ext cx="593723" cy="615950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FAFBCE2-22B4-83DF-E5DF-D4F5E67DD39E}"/>
                </a:ext>
              </a:extLst>
            </p:cNvPr>
            <p:cNvSpPr/>
            <p:nvPr/>
          </p:nvSpPr>
          <p:spPr>
            <a:xfrm>
              <a:off x="2524380" y="4504551"/>
              <a:ext cx="593723" cy="63180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86B1CB9-8B34-2152-99D1-CB6A9BBD1F29}"/>
                </a:ext>
              </a:extLst>
            </p:cNvPr>
            <p:cNvSpPr/>
            <p:nvPr/>
          </p:nvSpPr>
          <p:spPr>
            <a:xfrm>
              <a:off x="1167550" y="5190028"/>
              <a:ext cx="583335" cy="620752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FC9920F-6826-B88C-89FF-98DE89AFFED8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729822" y="1126332"/>
              <a:ext cx="881507" cy="72384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EB84F9-CA2A-261A-EC30-5C5F19E94EB4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>
            <a:xfrm>
              <a:off x="2821242" y="2375925"/>
              <a:ext cx="0" cy="21286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548F7E-1444-205E-2497-3C5EBC35D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7596" y="4977351"/>
              <a:ext cx="868770" cy="41760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91AB054-7116-7EF8-BE6E-6B293A968C19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2821242" y="632791"/>
              <a:ext cx="0" cy="1127184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66B6A64-6816-4CA6-483F-8495E112B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368" y="3421792"/>
              <a:ext cx="2162873" cy="939609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9031FDF-100B-2633-3F06-EA82071EC6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1241" y="3421792"/>
              <a:ext cx="1842199" cy="837762"/>
            </a:xfrm>
            <a:prstGeom prst="line">
              <a:avLst/>
            </a:prstGeom>
            <a:ln w="22225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88BB885-5007-D4E3-3998-E1B1E78F385C}"/>
                </a:ext>
              </a:extLst>
            </p:cNvPr>
            <p:cNvSpPr txBox="1"/>
            <p:nvPr/>
          </p:nvSpPr>
          <p:spPr>
            <a:xfrm>
              <a:off x="2954186" y="1309672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289BA2B-3E24-F7BD-CBE5-D1D9E1709DCC}"/>
                </a:ext>
              </a:extLst>
            </p:cNvPr>
            <p:cNvSpPr txBox="1"/>
            <p:nvPr/>
          </p:nvSpPr>
          <p:spPr>
            <a:xfrm>
              <a:off x="1750885" y="5358171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CB9DA62-B651-310D-AE57-BE9490561596}"/>
                </a:ext>
              </a:extLst>
            </p:cNvPr>
            <p:cNvSpPr txBox="1"/>
            <p:nvPr/>
          </p:nvSpPr>
          <p:spPr>
            <a:xfrm>
              <a:off x="3037139" y="4554948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ADED6EB-2B48-44B2-BF6A-8D33AD0C5B16}"/>
                </a:ext>
              </a:extLst>
            </p:cNvPr>
            <p:cNvSpPr txBox="1"/>
            <p:nvPr/>
          </p:nvSpPr>
          <p:spPr>
            <a:xfrm>
              <a:off x="798049" y="898240"/>
              <a:ext cx="593723" cy="581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  <a:endParaRPr 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EDA08BEB-6E0D-E8BD-30C8-1129D3853977}"/>
                    </a:ext>
                  </a:extLst>
                </p:cNvPr>
                <p:cNvSpPr txBox="1"/>
                <p:nvPr/>
              </p:nvSpPr>
              <p:spPr>
                <a:xfrm>
                  <a:off x="2877315" y="353363"/>
                  <a:ext cx="5937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EDA08BEB-6E0D-E8BD-30C8-1129D38539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7315" y="353363"/>
                  <a:ext cx="593723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BECD19A-F6B2-C22C-AF7D-8836A2F7646A}"/>
                    </a:ext>
                  </a:extLst>
                </p:cNvPr>
                <p:cNvSpPr txBox="1"/>
                <p:nvPr/>
              </p:nvSpPr>
              <p:spPr>
                <a:xfrm>
                  <a:off x="485007" y="3736334"/>
                  <a:ext cx="593723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29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BECD19A-F6B2-C22C-AF7D-8836A2F764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07" y="3736334"/>
                  <a:ext cx="593723" cy="53860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44F9C4FD-E464-D0C1-DE55-27B534CEE3D3}"/>
                    </a:ext>
                  </a:extLst>
                </p:cNvPr>
                <p:cNvSpPr txBox="1"/>
                <p:nvPr/>
              </p:nvSpPr>
              <p:spPr>
                <a:xfrm>
                  <a:off x="4476829" y="3665355"/>
                  <a:ext cx="5937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44F9C4FD-E464-D0C1-DE55-27B534CEE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6829" y="3665355"/>
                  <a:ext cx="59372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Arc 148">
              <a:extLst>
                <a:ext uri="{FF2B5EF4-FFF2-40B4-BE49-F238E27FC236}">
                  <a16:creationId xmlns:a16="http://schemas.microsoft.com/office/drawing/2014/main" id="{7C61BC0D-744A-F6E0-13C4-49BC070A604B}"/>
                </a:ext>
              </a:extLst>
            </p:cNvPr>
            <p:cNvSpPr/>
            <p:nvPr/>
          </p:nvSpPr>
          <p:spPr>
            <a:xfrm rot="12846546">
              <a:off x="2031097" y="3201356"/>
              <a:ext cx="748299" cy="505015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Arc 152">
              <a:extLst>
                <a:ext uri="{FF2B5EF4-FFF2-40B4-BE49-F238E27FC236}">
                  <a16:creationId xmlns:a16="http://schemas.microsoft.com/office/drawing/2014/main" id="{8AFE443C-C54A-C34A-2648-DFD8F12F9ACA}"/>
                </a:ext>
              </a:extLst>
            </p:cNvPr>
            <p:cNvSpPr/>
            <p:nvPr/>
          </p:nvSpPr>
          <p:spPr>
            <a:xfrm rot="12846546">
              <a:off x="2145444" y="4204293"/>
              <a:ext cx="838641" cy="1002747"/>
            </a:xfrm>
            <a:prstGeom prst="arc">
              <a:avLst>
                <a:gd name="adj1" fmla="val 16200000"/>
                <a:gd name="adj2" fmla="val 4987230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1DA390C-B745-50E1-3DBA-7C0E2F4D7860}"/>
                    </a:ext>
                  </a:extLst>
                </p:cNvPr>
                <p:cNvSpPr txBox="1"/>
                <p:nvPr/>
              </p:nvSpPr>
              <p:spPr>
                <a:xfrm>
                  <a:off x="1717710" y="3674796"/>
                  <a:ext cx="593722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𝛼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1DA390C-B745-50E1-3DBA-7C0E2F4D7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7710" y="3674796"/>
                  <a:ext cx="593722" cy="10772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5B3F7AE-AA24-A16C-30E6-2FCA78D688C2}"/>
                    </a:ext>
                  </a:extLst>
                </p:cNvPr>
                <p:cNvSpPr txBox="1"/>
                <p:nvPr/>
              </p:nvSpPr>
              <p:spPr>
                <a:xfrm>
                  <a:off x="1811524" y="1626382"/>
                  <a:ext cx="593722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β</m:t>
                        </m:r>
                      </m:oMath>
                    </m:oMathPara>
                  </a14:m>
                  <a:endParaRPr lang="en-US" sz="2800" b="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algn="ctr"/>
                  <a:endParaRPr lang="en-US" sz="2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5B3F7AE-AA24-A16C-30E6-2FCA78D68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1524" y="1626382"/>
                  <a:ext cx="593722" cy="13849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Arc 165">
              <a:extLst>
                <a:ext uri="{FF2B5EF4-FFF2-40B4-BE49-F238E27FC236}">
                  <a16:creationId xmlns:a16="http://schemas.microsoft.com/office/drawing/2014/main" id="{F2DAD716-7632-D601-52E9-7E925DB9D935}"/>
                </a:ext>
              </a:extLst>
            </p:cNvPr>
            <p:cNvSpPr/>
            <p:nvPr/>
          </p:nvSpPr>
          <p:spPr>
            <a:xfrm rot="10095993">
              <a:off x="2230221" y="1554302"/>
              <a:ext cx="914782" cy="1179369"/>
            </a:xfrm>
            <a:prstGeom prst="arc">
              <a:avLst>
                <a:gd name="adj1" fmla="val 16148513"/>
                <a:gd name="adj2" fmla="val 411036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Arc 166">
              <a:extLst>
                <a:ext uri="{FF2B5EF4-FFF2-40B4-BE49-F238E27FC236}">
                  <a16:creationId xmlns:a16="http://schemas.microsoft.com/office/drawing/2014/main" id="{2F7D530D-785B-45FD-FE21-632D3825EAE9}"/>
                </a:ext>
              </a:extLst>
            </p:cNvPr>
            <p:cNvSpPr/>
            <p:nvPr/>
          </p:nvSpPr>
          <p:spPr>
            <a:xfrm rot="17063397">
              <a:off x="2327279" y="1490353"/>
              <a:ext cx="778012" cy="785280"/>
            </a:xfrm>
            <a:prstGeom prst="arc">
              <a:avLst>
                <a:gd name="adj1" fmla="val 17529598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3375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2620-306A-F991-A14E-80D1DDE5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6EE1E8A-A017-2F59-B1B8-1CADC0F5299E}"/>
              </a:ext>
            </a:extLst>
          </p:cNvPr>
          <p:cNvGrpSpPr/>
          <p:nvPr/>
        </p:nvGrpSpPr>
        <p:grpSpPr>
          <a:xfrm>
            <a:off x="2801703" y="597224"/>
            <a:ext cx="5548547" cy="5733536"/>
            <a:chOff x="2801703" y="597224"/>
            <a:chExt cx="5548547" cy="5733536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1EB2D513-93AA-DFE2-FFA0-1CE25BBC32D0}"/>
                </a:ext>
              </a:extLst>
            </p:cNvPr>
            <p:cNvSpPr/>
            <p:nvPr/>
          </p:nvSpPr>
          <p:spPr>
            <a:xfrm>
              <a:off x="4070350" y="3124200"/>
              <a:ext cx="4279900" cy="2730500"/>
            </a:xfrm>
            <a:custGeom>
              <a:avLst/>
              <a:gdLst>
                <a:gd name="connsiteX0" fmla="*/ 1441450 w 4279900"/>
                <a:gd name="connsiteY0" fmla="*/ 2730500 h 2730500"/>
                <a:gd name="connsiteX1" fmla="*/ 4279900 w 4279900"/>
                <a:gd name="connsiteY1" fmla="*/ 1530350 h 2730500"/>
                <a:gd name="connsiteX2" fmla="*/ 2705100 w 4279900"/>
                <a:gd name="connsiteY2" fmla="*/ 0 h 2730500"/>
                <a:gd name="connsiteX3" fmla="*/ 0 w 4279900"/>
                <a:gd name="connsiteY3" fmla="*/ 1060450 h 2730500"/>
                <a:gd name="connsiteX4" fmla="*/ 1441450 w 4279900"/>
                <a:gd name="connsiteY4" fmla="*/ 2730500 h 273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9900" h="2730500">
                  <a:moveTo>
                    <a:pt x="1441450" y="2730500"/>
                  </a:moveTo>
                  <a:lnTo>
                    <a:pt x="4279900" y="1530350"/>
                  </a:lnTo>
                  <a:lnTo>
                    <a:pt x="2705100" y="0"/>
                  </a:lnTo>
                  <a:lnTo>
                    <a:pt x="0" y="1060450"/>
                  </a:lnTo>
                  <a:lnTo>
                    <a:pt x="1441450" y="27305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DD559D7-058D-0F01-B5FF-EBADA1BB1E52}"/>
                </a:ext>
              </a:extLst>
            </p:cNvPr>
            <p:cNvCxnSpPr>
              <a:cxnSpLocks/>
            </p:cNvCxnSpPr>
            <p:nvPr/>
          </p:nvCxnSpPr>
          <p:spPr>
            <a:xfrm>
              <a:off x="6923096" y="3264195"/>
              <a:ext cx="1411093" cy="138067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D633C7B-00C5-B558-6402-FBD529855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5457" y="4659521"/>
              <a:ext cx="2458732" cy="10337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3FE86E9-6C3B-B8DC-D755-721F45CE2730}"/>
                </a:ext>
              </a:extLst>
            </p:cNvPr>
            <p:cNvSpPr/>
            <p:nvPr/>
          </p:nvSpPr>
          <p:spPr>
            <a:xfrm>
              <a:off x="2806995" y="1004777"/>
              <a:ext cx="3864935" cy="3168502"/>
            </a:xfrm>
            <a:custGeom>
              <a:avLst/>
              <a:gdLst>
                <a:gd name="connsiteX0" fmla="*/ 0 w 3864935"/>
                <a:gd name="connsiteY0" fmla="*/ 903767 h 3168502"/>
                <a:gd name="connsiteX1" fmla="*/ 1238693 w 3864935"/>
                <a:gd name="connsiteY1" fmla="*/ 3168502 h 3168502"/>
                <a:gd name="connsiteX2" fmla="*/ 3864935 w 3864935"/>
                <a:gd name="connsiteY2" fmla="*/ 2169042 h 3168502"/>
                <a:gd name="connsiteX3" fmla="*/ 2791047 w 3864935"/>
                <a:gd name="connsiteY3" fmla="*/ 0 h 3168502"/>
                <a:gd name="connsiteX4" fmla="*/ 0 w 3864935"/>
                <a:gd name="connsiteY4" fmla="*/ 903767 h 316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935" h="3168502">
                  <a:moveTo>
                    <a:pt x="0" y="903767"/>
                  </a:moveTo>
                  <a:lnTo>
                    <a:pt x="1238693" y="3168502"/>
                  </a:lnTo>
                  <a:lnTo>
                    <a:pt x="3864935" y="2169042"/>
                  </a:lnTo>
                  <a:lnTo>
                    <a:pt x="2791047" y="0"/>
                  </a:lnTo>
                  <a:lnTo>
                    <a:pt x="0" y="9037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1D84130-7DCB-EF51-9075-33866B208867}"/>
                </a:ext>
              </a:extLst>
            </p:cNvPr>
            <p:cNvCxnSpPr>
              <a:cxnSpLocks/>
            </p:cNvCxnSpPr>
            <p:nvPr/>
          </p:nvCxnSpPr>
          <p:spPr>
            <a:xfrm>
              <a:off x="2801703" y="1892540"/>
              <a:ext cx="1076615" cy="19759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B039A57-A0A9-9144-24DE-A1BBF2691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4200" y="1139168"/>
              <a:ext cx="2394722" cy="75409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22691AF-937C-E9E9-2809-EB67F7FCD2CD}"/>
                </a:ext>
              </a:extLst>
            </p:cNvPr>
            <p:cNvSpPr/>
            <p:nvPr/>
          </p:nvSpPr>
          <p:spPr>
            <a:xfrm>
              <a:off x="3605703" y="3729304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247FBD3-6029-981F-E990-0365E20783D2}"/>
                </a:ext>
              </a:extLst>
            </p:cNvPr>
            <p:cNvSpPr/>
            <p:nvPr/>
          </p:nvSpPr>
          <p:spPr>
            <a:xfrm>
              <a:off x="5221854" y="597224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E122B09-3A5D-5B20-64BB-78C4E54F57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18375" y="4368800"/>
              <a:ext cx="1156760" cy="1282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C9F5613-CF52-62A6-4667-4F07CB7C0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7897" y="3264195"/>
              <a:ext cx="1997151" cy="765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674C25F-0DC8-4526-29E1-4A3F2F19AD73}"/>
                </a:ext>
              </a:extLst>
            </p:cNvPr>
            <p:cNvSpPr/>
            <p:nvPr/>
          </p:nvSpPr>
          <p:spPr>
            <a:xfrm>
              <a:off x="5136948" y="5400543"/>
              <a:ext cx="874146" cy="9302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5A9AD79-BBD8-6318-07B4-8152CFB386EA}"/>
                </a:ext>
              </a:extLst>
            </p:cNvPr>
            <p:cNvCxnSpPr>
              <a:cxnSpLocks/>
            </p:cNvCxnSpPr>
            <p:nvPr/>
          </p:nvCxnSpPr>
          <p:spPr>
            <a:xfrm>
              <a:off x="5788016" y="1404816"/>
              <a:ext cx="725589" cy="14179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E69730F-A110-C132-6A5C-21135FD97388}"/>
                </a:ext>
              </a:extLst>
            </p:cNvPr>
            <p:cNvSpPr/>
            <p:nvPr/>
          </p:nvSpPr>
          <p:spPr>
            <a:xfrm>
              <a:off x="6218521" y="2657953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841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A25D-EDA4-DF1E-81C7-4EE2A636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FF4680-087C-2E68-574A-33061789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510" y="717808"/>
            <a:ext cx="6785436" cy="2493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3608B3-9C19-8D51-A13E-327AFA573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664" y="3335319"/>
            <a:ext cx="6548282" cy="181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graph of a function&#10;&#10;AI-generated content may be incorrect.">
            <a:extLst>
              <a:ext uri="{FF2B5EF4-FFF2-40B4-BE49-F238E27FC236}">
                <a16:creationId xmlns:a16="http://schemas.microsoft.com/office/drawing/2014/main" id="{90EF15B0-C89F-DF78-A88E-E3C082E19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7" y="20320"/>
            <a:ext cx="1067336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1C13F-9F55-D721-2BA5-780A8FBFE3E2}"/>
              </a:ext>
            </a:extLst>
          </p:cNvPr>
          <p:cNvSpPr txBox="1"/>
          <p:nvPr/>
        </p:nvSpPr>
        <p:spPr>
          <a:xfrm>
            <a:off x="4109338" y="236057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A1D43-A14B-72E4-E824-7A47465CAA3B}"/>
              </a:ext>
            </a:extLst>
          </p:cNvPr>
          <p:cNvSpPr txBox="1"/>
          <p:nvPr/>
        </p:nvSpPr>
        <p:spPr>
          <a:xfrm>
            <a:off x="3839079" y="232286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13AC8-D8B3-A2B7-0A49-426946F2F792}"/>
              </a:ext>
            </a:extLst>
          </p:cNvPr>
          <p:cNvSpPr txBox="1"/>
          <p:nvPr/>
        </p:nvSpPr>
        <p:spPr>
          <a:xfrm>
            <a:off x="4432029" y="232286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A33A6-CC4C-4CD7-8043-921E9EFDE814}"/>
              </a:ext>
            </a:extLst>
          </p:cNvPr>
          <p:cNvSpPr txBox="1"/>
          <p:nvPr/>
        </p:nvSpPr>
        <p:spPr>
          <a:xfrm>
            <a:off x="3517204" y="222074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E73D8-29E6-815A-B618-4DB19AA015EC}"/>
              </a:ext>
            </a:extLst>
          </p:cNvPr>
          <p:cNvSpPr txBox="1"/>
          <p:nvPr/>
        </p:nvSpPr>
        <p:spPr>
          <a:xfrm>
            <a:off x="4786366" y="224902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A1255-4324-6C32-2413-7446DFA51780}"/>
              </a:ext>
            </a:extLst>
          </p:cNvPr>
          <p:cNvSpPr txBox="1"/>
          <p:nvPr/>
        </p:nvSpPr>
        <p:spPr>
          <a:xfrm>
            <a:off x="3000453" y="185140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1A1CF-014C-EB1E-7C38-61E4DC2229A1}"/>
              </a:ext>
            </a:extLst>
          </p:cNvPr>
          <p:cNvSpPr txBox="1"/>
          <p:nvPr/>
        </p:nvSpPr>
        <p:spPr>
          <a:xfrm>
            <a:off x="5729407" y="185140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D07FF-89C1-E6DC-1054-977EE4371A0A}"/>
              </a:ext>
            </a:extLst>
          </p:cNvPr>
          <p:cNvSpPr txBox="1"/>
          <p:nvPr/>
        </p:nvSpPr>
        <p:spPr>
          <a:xfrm>
            <a:off x="2615525" y="128737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685C9-CE0E-089C-7EC2-1E89AC38D7E2}"/>
              </a:ext>
            </a:extLst>
          </p:cNvPr>
          <p:cNvSpPr txBox="1"/>
          <p:nvPr/>
        </p:nvSpPr>
        <p:spPr>
          <a:xfrm>
            <a:off x="7038267" y="113255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A4FE5-9E4E-58F5-66D0-8A80E44C03AB}"/>
              </a:ext>
            </a:extLst>
          </p:cNvPr>
          <p:cNvSpPr txBox="1"/>
          <p:nvPr/>
        </p:nvSpPr>
        <p:spPr>
          <a:xfrm>
            <a:off x="2364143" y="65010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708A1-AD29-1189-5175-6BDC15E76937}"/>
              </a:ext>
            </a:extLst>
          </p:cNvPr>
          <p:cNvSpPr txBox="1"/>
          <p:nvPr/>
        </p:nvSpPr>
        <p:spPr>
          <a:xfrm>
            <a:off x="8097210" y="465437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C990F-4983-8416-C6CA-72756A9D6ED9}"/>
              </a:ext>
            </a:extLst>
          </p:cNvPr>
          <p:cNvSpPr txBox="1"/>
          <p:nvPr/>
        </p:nvSpPr>
        <p:spPr>
          <a:xfrm>
            <a:off x="2129639" y="135673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0EEADA-81B4-1A1F-CA97-BAB70162840D}"/>
              </a:ext>
            </a:extLst>
          </p:cNvPr>
          <p:cNvSpPr txBox="1"/>
          <p:nvPr/>
        </p:nvSpPr>
        <p:spPr>
          <a:xfrm>
            <a:off x="9077485" y="89879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06A3AB-6848-23F9-9BB6-DD7BA09E289B}"/>
              </a:ext>
            </a:extLst>
          </p:cNvPr>
          <p:cNvSpPr txBox="1"/>
          <p:nvPr/>
        </p:nvSpPr>
        <p:spPr>
          <a:xfrm>
            <a:off x="5834620" y="575652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26419-E309-63F8-9C5F-E2F107D21F19}"/>
              </a:ext>
            </a:extLst>
          </p:cNvPr>
          <p:cNvSpPr txBox="1"/>
          <p:nvPr/>
        </p:nvSpPr>
        <p:spPr>
          <a:xfrm>
            <a:off x="5251737" y="571808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60C90-76BC-D713-7E2B-FA848FCDD048}"/>
              </a:ext>
            </a:extLst>
          </p:cNvPr>
          <p:cNvSpPr txBox="1"/>
          <p:nvPr/>
        </p:nvSpPr>
        <p:spPr>
          <a:xfrm>
            <a:off x="6373931" y="572751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F1546D-3267-CEB6-FD12-4AE1E8A8287E}"/>
              </a:ext>
            </a:extLst>
          </p:cNvPr>
          <p:cNvSpPr txBox="1"/>
          <p:nvPr/>
        </p:nvSpPr>
        <p:spPr>
          <a:xfrm>
            <a:off x="4626067" y="562769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12C0E-5F0E-61CC-8FC4-304AD8052D65}"/>
              </a:ext>
            </a:extLst>
          </p:cNvPr>
          <p:cNvSpPr txBox="1"/>
          <p:nvPr/>
        </p:nvSpPr>
        <p:spPr>
          <a:xfrm>
            <a:off x="7215654" y="564098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7F6029-6879-B45B-D03C-303FBBCAB414}"/>
              </a:ext>
            </a:extLst>
          </p:cNvPr>
          <p:cNvSpPr txBox="1"/>
          <p:nvPr/>
        </p:nvSpPr>
        <p:spPr>
          <a:xfrm>
            <a:off x="8238909" y="544302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1FCD61-0AD9-F1D1-F03F-969586100A59}"/>
              </a:ext>
            </a:extLst>
          </p:cNvPr>
          <p:cNvSpPr txBox="1"/>
          <p:nvPr/>
        </p:nvSpPr>
        <p:spPr>
          <a:xfrm>
            <a:off x="3639104" y="526222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EEE208-8D46-74C4-468F-0A73DAC6D8A8}"/>
              </a:ext>
            </a:extLst>
          </p:cNvPr>
          <p:cNvSpPr txBox="1"/>
          <p:nvPr/>
        </p:nvSpPr>
        <p:spPr>
          <a:xfrm>
            <a:off x="9295565" y="523164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E9DC52-75DB-B89C-6376-785292D31785}"/>
              </a:ext>
            </a:extLst>
          </p:cNvPr>
          <p:cNvSpPr txBox="1"/>
          <p:nvPr/>
        </p:nvSpPr>
        <p:spPr>
          <a:xfrm>
            <a:off x="10037563" y="514355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6DE264-ED21-B925-B2E0-E4579F21435D}"/>
              </a:ext>
            </a:extLst>
          </p:cNvPr>
          <p:cNvSpPr txBox="1"/>
          <p:nvPr/>
        </p:nvSpPr>
        <p:spPr>
          <a:xfrm>
            <a:off x="10670729" y="509787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C08B6D-85BB-3E12-1703-C544ED27B5C0}"/>
              </a:ext>
            </a:extLst>
          </p:cNvPr>
          <p:cNvSpPr txBox="1"/>
          <p:nvPr/>
        </p:nvSpPr>
        <p:spPr>
          <a:xfrm>
            <a:off x="2606098" y="4541192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BD868-CA3F-27A7-5F97-6B934E6FEF09}"/>
              </a:ext>
            </a:extLst>
          </p:cNvPr>
          <p:cNvSpPr txBox="1"/>
          <p:nvPr/>
        </p:nvSpPr>
        <p:spPr>
          <a:xfrm>
            <a:off x="2155489" y="3977155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78B0A8-AA8D-BE7A-5FE6-42F0620DA1CE}"/>
              </a:ext>
            </a:extLst>
          </p:cNvPr>
          <p:cNvSpPr txBox="1"/>
          <p:nvPr/>
        </p:nvSpPr>
        <p:spPr>
          <a:xfrm>
            <a:off x="1855398" y="3462725"/>
            <a:ext cx="5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40EAE53-0721-EEB5-365D-62932950594B}"/>
              </a:ext>
            </a:extLst>
          </p:cNvPr>
          <p:cNvCxnSpPr/>
          <p:nvPr/>
        </p:nvCxnSpPr>
        <p:spPr>
          <a:xfrm flipH="1" flipV="1">
            <a:off x="6103496" y="5051083"/>
            <a:ext cx="323650" cy="7304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E8FA49-2231-6168-C7A8-08F5BF94DE7F}"/>
              </a:ext>
            </a:extLst>
          </p:cNvPr>
          <p:cNvSpPr txBox="1"/>
          <p:nvPr/>
        </p:nvSpPr>
        <p:spPr>
          <a:xfrm>
            <a:off x="4562029" y="4327470"/>
            <a:ext cx="3067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2nd ‘step’ out from the potential energy minimum </a:t>
            </a:r>
          </a:p>
        </p:txBody>
      </p:sp>
    </p:spTree>
    <p:extLst>
      <p:ext uri="{BB962C8B-B14F-4D97-AF65-F5344CB8AC3E}">
        <p14:creationId xmlns:p14="http://schemas.microsoft.com/office/powerpoint/2010/main" val="2363765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580654-EAA5-25C1-B307-FB5518EC68CC}"/>
              </a:ext>
            </a:extLst>
          </p:cNvPr>
          <p:cNvGrpSpPr/>
          <p:nvPr/>
        </p:nvGrpSpPr>
        <p:grpSpPr>
          <a:xfrm>
            <a:off x="2243579" y="26988"/>
            <a:ext cx="8505701" cy="6470332"/>
            <a:chOff x="2243579" y="26988"/>
            <a:chExt cx="8505701" cy="64703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1CE477-4C0B-C51B-0E1A-1D013E63D9E8}"/>
                </a:ext>
              </a:extLst>
            </p:cNvPr>
            <p:cNvGrpSpPr/>
            <p:nvPr/>
          </p:nvGrpSpPr>
          <p:grpSpPr>
            <a:xfrm>
              <a:off x="2243579" y="26988"/>
              <a:ext cx="8505701" cy="6470332"/>
              <a:chOff x="2243579" y="26988"/>
              <a:chExt cx="8505701" cy="647033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ADBE73F-251C-FAEE-1CF1-9EAFABCE1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835" t="1764" r="33000" b="1376"/>
              <a:stretch/>
            </p:blipFill>
            <p:spPr>
              <a:xfrm>
                <a:off x="2243579" y="26988"/>
                <a:ext cx="8505701" cy="6470332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1030C97-8FB3-F4CE-2BEA-8DC9611B5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3000" t="15443" r="25250" b="8545"/>
              <a:stretch/>
            </p:blipFill>
            <p:spPr>
              <a:xfrm>
                <a:off x="2243579" y="3315494"/>
                <a:ext cx="3283357" cy="3106410"/>
              </a:xfrm>
              <a:prstGeom prst="rect">
                <a:avLst/>
              </a:prstGeom>
            </p:spPr>
          </p:pic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D9EDA2-AC29-625D-CD46-136C5FF770ED}"/>
                </a:ext>
              </a:extLst>
            </p:cNvPr>
            <p:cNvSpPr/>
            <p:nvPr/>
          </p:nvSpPr>
          <p:spPr>
            <a:xfrm>
              <a:off x="2880957" y="2358362"/>
              <a:ext cx="2008599" cy="297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Relative Energy (cm</a:t>
              </a:r>
              <a:r>
                <a:rPr lang="en-US" sz="1400" b="1" baseline="30000" dirty="0">
                  <a:solidFill>
                    <a:schemeClr val="tx1"/>
                  </a:solidFill>
                </a:rPr>
                <a:t>-1</a:t>
              </a:r>
              <a:r>
                <a:rPr lang="en-US" sz="1400" b="1" dirty="0">
                  <a:solidFill>
                    <a:schemeClr val="tx1"/>
                  </a:solidFill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D7CDBA7-CE65-E920-913C-4B7BD915D5FF}"/>
                    </a:ext>
                  </a:extLst>
                </p:cNvPr>
                <p:cNvSpPr/>
                <p:nvPr/>
              </p:nvSpPr>
              <p:spPr>
                <a:xfrm>
                  <a:off x="2880957" y="6161662"/>
                  <a:ext cx="2008599" cy="297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D7CDBA7-CE65-E920-913C-4B7BD915D5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957" y="6161662"/>
                  <a:ext cx="2008599" cy="297950"/>
                </a:xfrm>
                <a:prstGeom prst="rect">
                  <a:avLst/>
                </a:prstGeom>
                <a:blipFill>
                  <a:blip r:embed="rId4"/>
                  <a:stretch>
                    <a:fillRect t="-12245" b="-326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8E82CB9-E83D-30FE-A358-47456CF5A9CE}"/>
                    </a:ext>
                  </a:extLst>
                </p:cNvPr>
                <p:cNvSpPr/>
                <p:nvPr/>
              </p:nvSpPr>
              <p:spPr>
                <a:xfrm rot="5400000">
                  <a:off x="5113087" y="4585572"/>
                  <a:ext cx="545403" cy="2822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8E82CB9-E83D-30FE-A358-47456CF5A9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13087" y="4585572"/>
                  <a:ext cx="545403" cy="282294"/>
                </a:xfrm>
                <a:prstGeom prst="rect">
                  <a:avLst/>
                </a:prstGeom>
                <a:blipFill>
                  <a:blip r:embed="rId5"/>
                  <a:stretch>
                    <a:fillRect l="-36170" r="-14894" b="-449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5CDCF7D-1C9A-7BDC-CB04-8E7DABAEC115}"/>
                    </a:ext>
                  </a:extLst>
                </p:cNvPr>
                <p:cNvSpPr/>
                <p:nvPr/>
              </p:nvSpPr>
              <p:spPr>
                <a:xfrm>
                  <a:off x="5845382" y="5104693"/>
                  <a:ext cx="988037" cy="3718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5CDCF7D-1C9A-7BDC-CB04-8E7DABAEC1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5382" y="5104693"/>
                  <a:ext cx="988037" cy="371873"/>
                </a:xfrm>
                <a:prstGeom prst="rect">
                  <a:avLst/>
                </a:prstGeom>
                <a:blipFill>
                  <a:blip r:embed="rId6"/>
                  <a:stretch>
                    <a:fillRect b="-163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8D4A9D1-969D-AFB4-1FA6-502FF50CC11E}"/>
                    </a:ext>
                  </a:extLst>
                </p:cNvPr>
                <p:cNvSpPr/>
                <p:nvPr/>
              </p:nvSpPr>
              <p:spPr>
                <a:xfrm>
                  <a:off x="9948421" y="4999421"/>
                  <a:ext cx="545403" cy="2822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8D4A9D1-969D-AFB4-1FA6-502FF50CC1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8421" y="4999421"/>
                  <a:ext cx="545403" cy="282294"/>
                </a:xfrm>
                <a:prstGeom prst="rect">
                  <a:avLst/>
                </a:prstGeom>
                <a:blipFill>
                  <a:blip r:embed="rId7"/>
                  <a:stretch>
                    <a:fillRect t="-15217" r="-5618" b="-391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12560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A928F58-22DB-B6B1-CE8C-6248C65CC224}"/>
              </a:ext>
            </a:extLst>
          </p:cNvPr>
          <p:cNvGrpSpPr/>
          <p:nvPr/>
        </p:nvGrpSpPr>
        <p:grpSpPr>
          <a:xfrm>
            <a:off x="1212509" y="638826"/>
            <a:ext cx="10010812" cy="5411246"/>
            <a:chOff x="1212509" y="638826"/>
            <a:chExt cx="10010812" cy="541124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182AE39-8CE2-65C8-8FFF-5BFDCC52A26A}"/>
                </a:ext>
              </a:extLst>
            </p:cNvPr>
            <p:cNvGrpSpPr/>
            <p:nvPr/>
          </p:nvGrpSpPr>
          <p:grpSpPr>
            <a:xfrm>
              <a:off x="1212509" y="638826"/>
              <a:ext cx="10010812" cy="5411246"/>
              <a:chOff x="1212509" y="638826"/>
              <a:chExt cx="10010812" cy="541124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9F02B45-EEC5-F898-0A85-BA2A8C1BB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809" t="8086" r="22534" b="9420"/>
              <a:stretch/>
            </p:blipFill>
            <p:spPr>
              <a:xfrm>
                <a:off x="2668044" y="638826"/>
                <a:ext cx="8492647" cy="5226485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E07EF6E-FAC2-2707-F3C9-3C0C40CDA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-222" t="1808" r="91798" b="62242"/>
              <a:stretch/>
            </p:blipFill>
            <p:spPr>
              <a:xfrm>
                <a:off x="10196186" y="719202"/>
                <a:ext cx="1027135" cy="2277648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695EC9F-4EA2-0861-7A2A-A33892EBF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185" r="3808" b="2420"/>
              <a:stretch/>
            </p:blipFill>
            <p:spPr>
              <a:xfrm>
                <a:off x="1212509" y="2455102"/>
                <a:ext cx="3597486" cy="359497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DFCBC87-2834-7E99-68EE-38FC694F2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573" t="37362" r="79201" b="58512"/>
              <a:stretch/>
            </p:blipFill>
            <p:spPr>
              <a:xfrm>
                <a:off x="2668044" y="1632557"/>
                <a:ext cx="2161305" cy="325678"/>
              </a:xfrm>
              <a:prstGeom prst="rect">
                <a:avLst/>
              </a:prstGeom>
            </p:spPr>
          </p:pic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5905AC-1009-3B82-75ED-8BB19AEF0137}"/>
                </a:ext>
              </a:extLst>
            </p:cNvPr>
            <p:cNvSpPr/>
            <p:nvPr/>
          </p:nvSpPr>
          <p:spPr>
            <a:xfrm>
              <a:off x="2771776" y="1632557"/>
              <a:ext cx="2366982" cy="325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Relative Energy (cm</a:t>
              </a:r>
              <a:r>
                <a:rPr lang="en-US" sz="1600" b="1" baseline="30000" dirty="0">
                  <a:solidFill>
                    <a:schemeClr val="tx1"/>
                  </a:solidFill>
                </a:rPr>
                <a:t>-1</a:t>
              </a:r>
              <a:r>
                <a:rPr lang="en-US" sz="1600" b="1" dirty="0">
                  <a:solidFill>
                    <a:schemeClr val="tx1"/>
                  </a:solidFill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962A1BD-D606-655C-9E93-8E6016CA0AEB}"/>
                    </a:ext>
                  </a:extLst>
                </p:cNvPr>
                <p:cNvSpPr/>
                <p:nvPr/>
              </p:nvSpPr>
              <p:spPr>
                <a:xfrm>
                  <a:off x="1951411" y="5752122"/>
                  <a:ext cx="2008599" cy="297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Å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0962A1BD-D606-655C-9E93-8E6016CA0A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1411" y="5752122"/>
                  <a:ext cx="2008599" cy="297950"/>
                </a:xfrm>
                <a:prstGeom prst="rect">
                  <a:avLst/>
                </a:prstGeom>
                <a:blipFill>
                  <a:blip r:embed="rId5"/>
                  <a:stretch>
                    <a:fillRect t="-10417" b="-3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966767B-222F-EED6-576E-2C749AF94927}"/>
                    </a:ext>
                  </a:extLst>
                </p:cNvPr>
                <p:cNvSpPr/>
                <p:nvPr/>
              </p:nvSpPr>
              <p:spPr>
                <a:xfrm>
                  <a:off x="6498791" y="5553517"/>
                  <a:ext cx="2008599" cy="297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Å</m:t>
                      </m:r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966767B-222F-EED6-576E-2C749AF949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791" y="5553517"/>
                  <a:ext cx="2008599" cy="297950"/>
                </a:xfrm>
                <a:prstGeom prst="rect">
                  <a:avLst/>
                </a:prstGeom>
                <a:blipFill>
                  <a:blip r:embed="rId6"/>
                  <a:stretch>
                    <a:fillRect t="-18367" b="-469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6EF81D-5568-A126-5A73-D60EAB1DA68A}"/>
                    </a:ext>
                  </a:extLst>
                </p:cNvPr>
                <p:cNvSpPr/>
                <p:nvPr/>
              </p:nvSpPr>
              <p:spPr>
                <a:xfrm rot="5400000">
                  <a:off x="4427461" y="3998432"/>
                  <a:ext cx="545403" cy="2822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sz="1600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sz="1600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6EF81D-5568-A126-5A73-D60EAB1DA6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427461" y="3998432"/>
                  <a:ext cx="545403" cy="282294"/>
                </a:xfrm>
                <a:prstGeom prst="rect">
                  <a:avLst/>
                </a:prstGeom>
                <a:blipFill>
                  <a:blip r:embed="rId7"/>
                  <a:stretch>
                    <a:fillRect l="-36957" r="-17391" b="-444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2F43CF3-38F9-0872-7495-339E87D1C5BC}"/>
                    </a:ext>
                  </a:extLst>
                </p:cNvPr>
                <p:cNvSpPr/>
                <p:nvPr/>
              </p:nvSpPr>
              <p:spPr>
                <a:xfrm>
                  <a:off x="10547913" y="4148786"/>
                  <a:ext cx="608033" cy="2634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</a:rPr>
                    <a:t> (</a:t>
                  </a:r>
                  <a:r>
                    <a:rPr lang="en-US" b="1" baseline="30000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b="1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2F43CF3-38F9-0872-7495-339E87D1C5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7913" y="4148786"/>
                  <a:ext cx="608033" cy="263495"/>
                </a:xfrm>
                <a:prstGeom prst="rect">
                  <a:avLst/>
                </a:prstGeom>
                <a:blipFill>
                  <a:blip r:embed="rId8"/>
                  <a:stretch>
                    <a:fillRect t="-30233" r="-5000" b="-5814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1791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D7D43-37A3-7355-7396-F0F7874C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AFD816-5D18-9CCE-E83F-66168716CC26}"/>
              </a:ext>
            </a:extLst>
          </p:cNvPr>
          <p:cNvGrpSpPr/>
          <p:nvPr/>
        </p:nvGrpSpPr>
        <p:grpSpPr>
          <a:xfrm>
            <a:off x="1988559" y="1232313"/>
            <a:ext cx="4162740" cy="3692831"/>
            <a:chOff x="1988559" y="1232313"/>
            <a:chExt cx="4162740" cy="36928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90E14E4-39AA-CDE4-3A1D-88923DA8EBD8}"/>
                </a:ext>
              </a:extLst>
            </p:cNvPr>
            <p:cNvSpPr/>
            <p:nvPr/>
          </p:nvSpPr>
          <p:spPr>
            <a:xfrm>
              <a:off x="5277153" y="1232313"/>
              <a:ext cx="874146" cy="9302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19463EE-F7C6-83F9-9069-F2D758BC7C18}"/>
                </a:ext>
              </a:extLst>
            </p:cNvPr>
            <p:cNvSpPr/>
            <p:nvPr/>
          </p:nvSpPr>
          <p:spPr>
            <a:xfrm>
              <a:off x="3807104" y="2033674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4FC79-6E7B-17EA-3A53-06C9877EA877}"/>
                </a:ext>
              </a:extLst>
            </p:cNvPr>
            <p:cNvSpPr/>
            <p:nvPr/>
          </p:nvSpPr>
          <p:spPr>
            <a:xfrm>
              <a:off x="3807104" y="3702725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9C3061-9CDF-92B2-AB0A-22AECB1C86AB}"/>
                </a:ext>
              </a:extLst>
            </p:cNvPr>
            <p:cNvSpPr/>
            <p:nvPr/>
          </p:nvSpPr>
          <p:spPr>
            <a:xfrm>
              <a:off x="1988559" y="3994927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C5B1FEB-60E6-9CCD-C93F-C89636590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05685" y="1903228"/>
              <a:ext cx="699962" cy="3358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37178B-0E91-4A67-812E-AB062E16375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244177" y="2963891"/>
              <a:ext cx="0" cy="738834"/>
            </a:xfrm>
            <a:prstGeom prst="line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A65F30A-4346-1E5B-6A51-17E5D3452F9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862705" y="4231753"/>
              <a:ext cx="944399" cy="148856"/>
            </a:xfrm>
            <a:prstGeom prst="line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32E201-B7A7-BC28-677D-E7FBC28F5CD0}"/>
                    </a:ext>
                  </a:extLst>
                </p:cNvPr>
                <p:cNvSpPr txBox="1"/>
                <p:nvPr/>
              </p:nvSpPr>
              <p:spPr>
                <a:xfrm>
                  <a:off x="4244177" y="3115340"/>
                  <a:ext cx="5597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32E201-B7A7-BC28-677D-E7FBC28F5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177" y="3115340"/>
                  <a:ext cx="559705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2DD1B8-13B0-8B4C-F230-AE9329AF7797}"/>
                    </a:ext>
                  </a:extLst>
                </p:cNvPr>
                <p:cNvSpPr txBox="1"/>
                <p:nvPr/>
              </p:nvSpPr>
              <p:spPr>
                <a:xfrm>
                  <a:off x="3053449" y="3785714"/>
                  <a:ext cx="5597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2DD1B8-13B0-8B4C-F230-AE9329AF7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3449" y="3785714"/>
                  <a:ext cx="55970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0703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1C14989C-28A9-A30C-A009-6300CB600103}"/>
              </a:ext>
            </a:extLst>
          </p:cNvPr>
          <p:cNvGrpSpPr/>
          <p:nvPr/>
        </p:nvGrpSpPr>
        <p:grpSpPr>
          <a:xfrm>
            <a:off x="3122982" y="1342580"/>
            <a:ext cx="3938634" cy="4361325"/>
            <a:chOff x="3122982" y="1342580"/>
            <a:chExt cx="3938634" cy="436132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6A43D85-92BC-740D-DD62-84794F5017BF}"/>
                </a:ext>
              </a:extLst>
            </p:cNvPr>
            <p:cNvSpPr/>
            <p:nvPr/>
          </p:nvSpPr>
          <p:spPr>
            <a:xfrm>
              <a:off x="3122982" y="3125660"/>
              <a:ext cx="874146" cy="9302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0AD719-A8F6-E042-D5D1-B78A2D587F32}"/>
                </a:ext>
              </a:extLst>
            </p:cNvPr>
            <p:cNvSpPr/>
            <p:nvPr/>
          </p:nvSpPr>
          <p:spPr>
            <a:xfrm>
              <a:off x="6187470" y="1342580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FC52AA-6842-0C5C-5152-03CEF527025E}"/>
                </a:ext>
              </a:extLst>
            </p:cNvPr>
            <p:cNvSpPr/>
            <p:nvPr/>
          </p:nvSpPr>
          <p:spPr>
            <a:xfrm>
              <a:off x="5051098" y="3125660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994499-0A9C-7D56-61B4-7BAFD9E5D256}"/>
                </a:ext>
              </a:extLst>
            </p:cNvPr>
            <p:cNvSpPr/>
            <p:nvPr/>
          </p:nvSpPr>
          <p:spPr>
            <a:xfrm>
              <a:off x="6187470" y="4773688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806D798-8420-8D4B-CA6D-B2A5144D35DB}"/>
                </a:ext>
              </a:extLst>
            </p:cNvPr>
            <p:cNvCxnSpPr>
              <a:cxnSpLocks/>
              <a:stCxn id="3" idx="6"/>
              <a:endCxn id="5" idx="2"/>
            </p:cNvCxnSpPr>
            <p:nvPr/>
          </p:nvCxnSpPr>
          <p:spPr>
            <a:xfrm>
              <a:off x="3997128" y="3590769"/>
              <a:ext cx="105397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A2504F-1B6C-EF7A-F4F5-8F7BC1164682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5797228" y="2136570"/>
              <a:ext cx="518258" cy="11253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F29DFE-AF9B-3B8C-518D-45F478AE248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5797228" y="3919650"/>
              <a:ext cx="518258" cy="9902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7923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F389-201D-22C3-4EF6-EF77C15D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A0108-0EAF-A225-37BF-F7DE0F4DA396}"/>
              </a:ext>
            </a:extLst>
          </p:cNvPr>
          <p:cNvGrpSpPr/>
          <p:nvPr/>
        </p:nvGrpSpPr>
        <p:grpSpPr>
          <a:xfrm>
            <a:off x="5118955" y="1525460"/>
            <a:ext cx="3860330" cy="4201305"/>
            <a:chOff x="5118955" y="1525460"/>
            <a:chExt cx="3860330" cy="420130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4200403-F8D5-6400-9556-734B4D416EF1}"/>
                </a:ext>
              </a:extLst>
            </p:cNvPr>
            <p:cNvSpPr/>
            <p:nvPr/>
          </p:nvSpPr>
          <p:spPr>
            <a:xfrm>
              <a:off x="5118955" y="1525460"/>
              <a:ext cx="874146" cy="9302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D49E246-F261-0721-9B24-3B7C13F1C38F}"/>
                </a:ext>
              </a:extLst>
            </p:cNvPr>
            <p:cNvSpPr/>
            <p:nvPr/>
          </p:nvSpPr>
          <p:spPr>
            <a:xfrm>
              <a:off x="8105139" y="3080873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BE2CD90-4643-3EDE-DD3B-B1291B4FA25C}"/>
                </a:ext>
              </a:extLst>
            </p:cNvPr>
            <p:cNvSpPr/>
            <p:nvPr/>
          </p:nvSpPr>
          <p:spPr>
            <a:xfrm>
              <a:off x="5748328" y="3205670"/>
              <a:ext cx="874146" cy="9302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31A2C1-3738-802B-C32F-0339A3F2067D}"/>
                </a:ext>
              </a:extLst>
            </p:cNvPr>
            <p:cNvSpPr/>
            <p:nvPr/>
          </p:nvSpPr>
          <p:spPr>
            <a:xfrm>
              <a:off x="7924830" y="4796548"/>
              <a:ext cx="874146" cy="930217"/>
            </a:xfrm>
            <a:prstGeom prst="ellipse">
              <a:avLst/>
            </a:prstGeom>
            <a:solidFill>
              <a:srgbClr val="E06E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1AD71A6-E025-8781-93CD-9E78153B7828}"/>
                </a:ext>
              </a:extLst>
            </p:cNvPr>
            <p:cNvCxnSpPr>
              <a:cxnSpLocks/>
              <a:stCxn id="3" idx="4"/>
              <a:endCxn id="5" idx="1"/>
            </p:cNvCxnSpPr>
            <p:nvPr/>
          </p:nvCxnSpPr>
          <p:spPr>
            <a:xfrm>
              <a:off x="5556028" y="2455677"/>
              <a:ext cx="320316" cy="88622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13A927-3164-2439-2DA4-66085CD8FBAB}"/>
                </a:ext>
              </a:extLst>
            </p:cNvPr>
            <p:cNvCxnSpPr>
              <a:cxnSpLocks/>
              <a:stCxn id="4" idx="2"/>
              <a:endCxn id="5" idx="6"/>
            </p:cNvCxnSpPr>
            <p:nvPr/>
          </p:nvCxnSpPr>
          <p:spPr>
            <a:xfrm flipH="1">
              <a:off x="6622474" y="3545982"/>
              <a:ext cx="1482665" cy="12479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3C5F6C-F2BD-D104-B37D-586E7039879A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6494458" y="3999660"/>
              <a:ext cx="1558388" cy="9331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1753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21F20-4FF9-C93E-10E9-50E2A22C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7B08759-1128-86F9-6170-A10474B74779}"/>
              </a:ext>
            </a:extLst>
          </p:cNvPr>
          <p:cNvGrpSpPr/>
          <p:nvPr/>
        </p:nvGrpSpPr>
        <p:grpSpPr>
          <a:xfrm>
            <a:off x="5118955" y="1525460"/>
            <a:ext cx="3860330" cy="4201305"/>
            <a:chOff x="5118955" y="1525460"/>
            <a:chExt cx="3860330" cy="420130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468AA03-212B-075E-D55D-E561B17DCF67}"/>
                </a:ext>
              </a:extLst>
            </p:cNvPr>
            <p:cNvSpPr/>
            <p:nvPr/>
          </p:nvSpPr>
          <p:spPr>
            <a:xfrm>
              <a:off x="5118955" y="1525460"/>
              <a:ext cx="874146" cy="930217"/>
            </a:xfrm>
            <a:prstGeom prst="ellipse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CF0C44B-2B4E-0DAD-52AF-973CA1EC6FCF}"/>
                </a:ext>
              </a:extLst>
            </p:cNvPr>
            <p:cNvSpPr/>
            <p:nvPr/>
          </p:nvSpPr>
          <p:spPr>
            <a:xfrm>
              <a:off x="8105139" y="3080873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7C9846-DC50-FFD2-CADF-564DFF25EC71}"/>
                </a:ext>
              </a:extLst>
            </p:cNvPr>
            <p:cNvSpPr/>
            <p:nvPr/>
          </p:nvSpPr>
          <p:spPr>
            <a:xfrm>
              <a:off x="5748328" y="3205670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1F4009B-69D7-C57C-D9B2-1E7C66F28722}"/>
                </a:ext>
              </a:extLst>
            </p:cNvPr>
            <p:cNvSpPr/>
            <p:nvPr/>
          </p:nvSpPr>
          <p:spPr>
            <a:xfrm>
              <a:off x="7924830" y="4796548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A1636CC-54ED-4B80-799F-021038506B3D}"/>
                </a:ext>
              </a:extLst>
            </p:cNvPr>
            <p:cNvCxnSpPr>
              <a:cxnSpLocks/>
              <a:stCxn id="3" idx="4"/>
              <a:endCxn id="5" idx="1"/>
            </p:cNvCxnSpPr>
            <p:nvPr/>
          </p:nvCxnSpPr>
          <p:spPr>
            <a:xfrm>
              <a:off x="5556028" y="2455677"/>
              <a:ext cx="320316" cy="88622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544BCA1-9D55-21F9-860C-AD35845A206B}"/>
                </a:ext>
              </a:extLst>
            </p:cNvPr>
            <p:cNvCxnSpPr>
              <a:cxnSpLocks/>
              <a:stCxn id="4" idx="2"/>
              <a:endCxn id="5" idx="6"/>
            </p:cNvCxnSpPr>
            <p:nvPr/>
          </p:nvCxnSpPr>
          <p:spPr>
            <a:xfrm flipH="1">
              <a:off x="6622474" y="3545982"/>
              <a:ext cx="1482665" cy="124797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32D0311-C487-B3F2-A31A-6DBE0D843CAC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6494458" y="3999660"/>
              <a:ext cx="1558388" cy="9331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8176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167C1CD7-901C-058D-0A46-5161C54AC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29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11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3EAB303-589A-1E24-D83D-FE07D5E80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652" y="63062"/>
            <a:ext cx="3607191" cy="343502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A86096-2147-BA74-8BCC-9FB9EAAC0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690" y="119430"/>
            <a:ext cx="3177901" cy="332194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6221293-EE61-834F-26D2-E735FCB5F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255" y="3498091"/>
            <a:ext cx="4073087" cy="28018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0C04889-1B52-E850-E670-2A24717A9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30" y="3498091"/>
            <a:ext cx="2971801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6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Widescreen</PresentationFormat>
  <Paragraphs>243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 Math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Mok, Ryan</dc:creator>
  <cp:lastModifiedBy>Ryan Mok</cp:lastModifiedBy>
  <cp:revision>21</cp:revision>
  <dcterms:created xsi:type="dcterms:W3CDTF">2025-03-14T12:55:34Z</dcterms:created>
  <dcterms:modified xsi:type="dcterms:W3CDTF">2026-08-24T15:40:45Z</dcterms:modified>
</cp:coreProperties>
</file>